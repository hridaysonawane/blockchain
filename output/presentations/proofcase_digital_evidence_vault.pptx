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ced13fd5044740" /><Relationship Type="http://schemas.openxmlformats.org/officeDocument/2006/relationships/extended-properties" Target="/docProps/app.xml" Id="R92be15fc907c4bbe" /><Relationship Type="http://schemas.openxmlformats.org/officeDocument/2006/relationships/officeDocument" Target="/ppt/presentation.xml" Id="Re26b10bca2004bd0" /></Relationships>
</file>

<file path=ppt/presentation.xml><?xml version="1.0" encoding="utf-8"?>
<p:presentation xmlns:p="http://schemas.openxmlformats.org/presentationml/2006/main">
  <p:sldMasterIdLst>
    <p:sldMasterId xmlns:r="http://schemas.openxmlformats.org/officeDocument/2006/relationships" id="2147483648" r:id="R59955b22893e4a08"/>
  </p:sldMasterIdLst>
  <p:notesMasterIdLst>
    <p:notesMasterId xmlns:r="http://schemas.openxmlformats.org/officeDocument/2006/relationships" r:id="R0e8e76d88c7c4d7a"/>
  </p:notesMasterIdLst>
  <p:sldIdLst>
    <p:sldId xmlns:r="http://schemas.openxmlformats.org/officeDocument/2006/relationships" id="256" r:id="Rc5d17fd8aa924bdf"/>
    <p:sldId xmlns:r="http://schemas.openxmlformats.org/officeDocument/2006/relationships" id="257" r:id="R78ba99134d114a76"/>
    <p:sldId xmlns:r="http://schemas.openxmlformats.org/officeDocument/2006/relationships" id="258" r:id="Rdda8273aa74645c9"/>
    <p:sldId xmlns:r="http://schemas.openxmlformats.org/officeDocument/2006/relationships" id="259" r:id="Rb97653f698c54f3d"/>
    <p:sldId xmlns:r="http://schemas.openxmlformats.org/officeDocument/2006/relationships" id="260" r:id="Ra5fc524847d84342"/>
    <p:sldId xmlns:r="http://schemas.openxmlformats.org/officeDocument/2006/relationships" id="261" r:id="R46d68dca53e74639"/>
    <p:sldId xmlns:r="http://schemas.openxmlformats.org/officeDocument/2006/relationships" id="262" r:id="R0168080716e64299"/>
    <p:sldId xmlns:r="http://schemas.openxmlformats.org/officeDocument/2006/relationships" id="263" r:id="R56818490c55a460c"/>
    <p:sldId xmlns:r="http://schemas.openxmlformats.org/officeDocument/2006/relationships" id="264" r:id="Rbd01b3b9239d470d"/>
    <p:sldId xmlns:r="http://schemas.openxmlformats.org/officeDocument/2006/relationships" id="265" r:id="Rf7f352bcd4844f6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93d6974750409e" /><Relationship Type="http://schemas.openxmlformats.org/officeDocument/2006/relationships/slideMaster" Target="/ppt/slideMasters/slideMaster1.xml" Id="R59955b22893e4a08" /><Relationship Type="http://schemas.openxmlformats.org/officeDocument/2006/relationships/notesMaster" Target="/ppt/notesMasters/notesMaster1.xml" Id="R0e8e76d88c7c4d7a" /><Relationship Type="http://schemas.openxmlformats.org/officeDocument/2006/relationships/presProps" Target="/ppt/presProps.xml" Id="R8079ece90d0e41e4" /><Relationship Type="http://schemas.openxmlformats.org/officeDocument/2006/relationships/tableStyles" Target="/ppt/tableStyles.xml" Id="Ra2f49046e2194c66" /><Relationship Type="http://schemas.openxmlformats.org/officeDocument/2006/relationships/slide" Target="/ppt/slides/slide1.xml" Id="Rc5d17fd8aa924bdf" /><Relationship Type="http://schemas.openxmlformats.org/officeDocument/2006/relationships/slide" Target="/ppt/slides/slide2.xml" Id="R78ba99134d114a76" /><Relationship Type="http://schemas.openxmlformats.org/officeDocument/2006/relationships/slide" Target="/ppt/slides/slide3.xml" Id="Rdda8273aa74645c9" /><Relationship Type="http://schemas.openxmlformats.org/officeDocument/2006/relationships/slide" Target="/ppt/slides/slide4.xml" Id="Rb97653f698c54f3d" /><Relationship Type="http://schemas.openxmlformats.org/officeDocument/2006/relationships/slide" Target="/ppt/slides/slide5.xml" Id="Ra5fc524847d84342" /><Relationship Type="http://schemas.openxmlformats.org/officeDocument/2006/relationships/slide" Target="/ppt/slides/slide6.xml" Id="R46d68dca53e74639" /><Relationship Type="http://schemas.openxmlformats.org/officeDocument/2006/relationships/slide" Target="/ppt/slides/slide7.xml" Id="R0168080716e64299" /><Relationship Type="http://schemas.openxmlformats.org/officeDocument/2006/relationships/slide" Target="/ppt/slides/slide8.xml" Id="R56818490c55a460c" /><Relationship Type="http://schemas.openxmlformats.org/officeDocument/2006/relationships/slide" Target="/ppt/slides/slide9.xml" Id="Rbd01b3b9239d470d" /><Relationship Type="http://schemas.openxmlformats.org/officeDocument/2006/relationships/slide" Target="/ppt/slides/slide10.xml" Id="Rf7f352bcd4844f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bb6da3f7164f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d01d8c7fb84b49" /><Relationship Type="http://schemas.openxmlformats.org/officeDocument/2006/relationships/notesMaster" Target="/ppt/notesMasters/notesMaster1.xml" Id="Rea47ccb8e63248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68003266644c4d" /><Relationship Type="http://schemas.openxmlformats.org/officeDocument/2006/relationships/notesMaster" Target="/ppt/notesMasters/notesMaster1.xml" Id="R3bfdc576f06f43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3fa779a7af4dc4" /><Relationship Type="http://schemas.openxmlformats.org/officeDocument/2006/relationships/notesMaster" Target="/ppt/notesMasters/notesMaster1.xml" Id="R2c69841a66c348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5dd8f987ab46ca" /><Relationship Type="http://schemas.openxmlformats.org/officeDocument/2006/relationships/notesMaster" Target="/ppt/notesMasters/notesMaster1.xml" Id="R01ebfcc6d26a45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ce0b6e103d4053" /><Relationship Type="http://schemas.openxmlformats.org/officeDocument/2006/relationships/notesMaster" Target="/ppt/notesMasters/notesMaster1.xml" Id="R9506cde4146a43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4c3604f6b94991" /><Relationship Type="http://schemas.openxmlformats.org/officeDocument/2006/relationships/notesMaster" Target="/ppt/notesMasters/notesMaster1.xml" Id="R9f2b7f5c14354e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a75dbc7b924b03" /><Relationship Type="http://schemas.openxmlformats.org/officeDocument/2006/relationships/notesMaster" Target="/ppt/notesMasters/notesMaster1.xml" Id="R61399946fac8476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bb6c36a87004c4e" /><Relationship Type="http://schemas.openxmlformats.org/officeDocument/2006/relationships/notesMaster" Target="/ppt/notesMasters/notesMaster1.xml" Id="Rc5636b8c8fd440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3b252ece5db4854" /><Relationship Type="http://schemas.openxmlformats.org/officeDocument/2006/relationships/notesMaster" Target="/ppt/notesMasters/notesMaster1.xml" Id="R35a1c67ae80345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43f742c059a44d2" /><Relationship Type="http://schemas.openxmlformats.org/officeDocument/2006/relationships/notesMaster" Target="/ppt/notesMasters/notesMaster1.xml" Id="Rf22537415c2647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it exists today: a Next.js evidence-management MVP. It creates browser-local SHA-256 fingerprints and a hash-linked custody sequence. It does not write to a blockchain network.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problem around three questions that investigators need to answer: which exact file was collected, whether its contents still match, and what handling actions were recorded. The MVP addresses these questions at a prototype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product model from left to right. A file upload is associated with case details; the file is fingerprinted; a record stores its metadata; custody events form the history. The storage and hash sequence are local to the browser in this MVP.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upload interaction shown in the MVP. New evidence is saved locally, and a SHA-256 digest is generated in the browser. The custody entries are created by the application; the current prototype does not capture a cryptographic identity for the actor.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the distinction. The evidence fingerprint is calculated from file bytes. A custody-event hash includes the prior event hash and evidence digest. Together they allow a later comparison against the stored reference data, but a hash alone cannot establish provenance or collection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boxes show the local event sequence used for new uploads. Explain that the second event uses the first event hash as its previous value, and the third uses the second. The browser stores the events, so the local copy is not an independently protected blockchain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fields correspond to the evidence record shape used in the MVP. The object has metadata and an ordered custody array. The schema view is explanatory; the slide does not show an actual user's case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actual MVP architecture: a Next.js and React interface, browser Web Crypto for hashes, IndexedDB for file blobs, and LocalStorage for records. The two right-side components are not implemented; they identify what would need to be added for a production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precise about the trust boundary. The local hash chain is useful to demonstrate the mechanics but it can be edited along with browser data. A production blockchain anchor could help protect a published commitment, but it would not independently prove how the evidence was collected or handled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staged development path. First establish identity and secure storage. Then protect and export the audit history. Only after those controls exist should the project decide whether blockchain anchoring is useful, and which hashes are appropriate to publish.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9c62ae5cf3483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8129ddee2f64f7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19c67c097d649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a5f7079c750483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808701633364e9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15b95ce514e47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0991A2-A52C-42DE-B7EE-F81D45B462F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DB73F26-DAEF-4326-8C71-2E4E06C1D91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7251E3F-00D6-4072-BF56-CF0D372088B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169453-053F-4262-8254-EA242087BE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617D7C9-69F5-46F1-A61F-DCD71B703E9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F771092-637B-4329-980D-4DD69CA82E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DEB3F01-40CB-46CE-A97B-B32641C754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9163390-D0DC-4F86-B7DC-2454F652EAF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3F16A5-E448-46CA-89DC-88F18AB0F6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0C1E3F-3E96-46C0-BA53-B5E6AC01C7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825434ca874c6e" /><Relationship Type="http://schemas.openxmlformats.org/officeDocument/2006/relationships/slideLayout" Target="/ppt/slideLayouts/slideLayout1.xml" Id="R6382d9fb74cf4fbf" /><Relationship Type="http://schemas.openxmlformats.org/officeDocument/2006/relationships/slideLayout" Target="/ppt/slideLayouts/slideLayout2.xml" Id="Racdb3ca585344d05" /><Relationship Type="http://schemas.openxmlformats.org/officeDocument/2006/relationships/slideLayout" Target="/ppt/slideLayouts/slideLayout3.xml" Id="R76c7d51eea6a437d" /><Relationship Type="http://schemas.openxmlformats.org/officeDocument/2006/relationships/slideLayout" Target="/ppt/slideLayouts/slideLayout4.xml" Id="Rb93b216458764537" /><Relationship Type="http://schemas.openxmlformats.org/officeDocument/2006/relationships/slideLayout" Target="/ppt/slideLayouts/slideLayout5.xml" Id="Rdb85c9bb4d4040ec" /><Relationship Type="http://schemas.openxmlformats.org/officeDocument/2006/relationships/slideLayout" Target="/ppt/slideLayouts/slideLayout6.xml" Id="R04becdc5228942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82d9fb74cf4fbf"/>
    <p:sldLayoutId xmlns:r="http://schemas.openxmlformats.org/officeDocument/2006/relationships" id="2147483650" r:id="Racdb3ca585344d05"/>
    <p:sldLayoutId xmlns:r="http://schemas.openxmlformats.org/officeDocument/2006/relationships" id="2147483651" r:id="R76c7d51eea6a437d"/>
    <p:sldLayoutId xmlns:r="http://schemas.openxmlformats.org/officeDocument/2006/relationships" id="2147483652" r:id="Rb93b216458764537"/>
    <p:sldLayoutId xmlns:r="http://schemas.openxmlformats.org/officeDocument/2006/relationships" id="2147483653" r:id="Rdb85c9bb4d4040ec"/>
    <p:sldLayoutId xmlns:r="http://schemas.openxmlformats.org/officeDocument/2006/relationships" id="2147483654" r:id="R04becdc5228942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ff3cbb112b846b0" /><Relationship Type="http://schemas.openxmlformats.org/officeDocument/2006/relationships/notesSlide" Target="/ppt/notesSlides/notesSlide1.xml" Id="R126f54e941c84e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5fd94940a224990" /><Relationship Type="http://schemas.openxmlformats.org/officeDocument/2006/relationships/notesSlide" Target="/ppt/notesSlides/notesSlide2.xml" Id="R68b4e40f95ea4e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048a2c3a6ed4b30" /><Relationship Type="http://schemas.openxmlformats.org/officeDocument/2006/relationships/notesSlide" Target="/ppt/notesSlides/notesSlide3.xml" Id="R44caf0f27b5143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1c3e70a100441c5" /><Relationship Type="http://schemas.openxmlformats.org/officeDocument/2006/relationships/notesSlide" Target="/ppt/notesSlides/notesSlide4.xml" Id="R07582243d5244c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f256ef149e64f13" /><Relationship Type="http://schemas.openxmlformats.org/officeDocument/2006/relationships/notesSlide" Target="/ppt/notesSlides/notesSlide5.xml" Id="Rb7097cad5a7648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c210d302b854701" /><Relationship Type="http://schemas.openxmlformats.org/officeDocument/2006/relationships/notesSlide" Target="/ppt/notesSlides/notesSlide6.xml" Id="R9fd796c57ace40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90335b32bee4b38" /><Relationship Type="http://schemas.openxmlformats.org/officeDocument/2006/relationships/notesSlide" Target="/ppt/notesSlides/notesSlide7.xml" Id="Rd5651421a523453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a3fce70d21e45b6" /><Relationship Type="http://schemas.openxmlformats.org/officeDocument/2006/relationships/notesSlide" Target="/ppt/notesSlides/notesSlide8.xml" Id="Rc604e1bacb854f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555c3415dc34294" /><Relationship Type="http://schemas.openxmlformats.org/officeDocument/2006/relationships/notesSlide" Target="/ppt/notesSlides/notesSlide9.xml" Id="R0d556679764d4a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2a32d4f2c9b4c5e" /><Relationship Type="http://schemas.openxmlformats.org/officeDocument/2006/relationships/notesSlide" Target="/ppt/notesSlides/notesSlide10.xml" Id="R4e7ccab68e90489a" /></Relationships>
</file>

<file path=ppt/slides/slide1.xml><?xml version="1.0" encoding="utf-8"?>
<p:sld xmlns:p="http://schemas.openxmlformats.org/presentationml/2006/main">
  <p:cSld>
    <p:bg>
      <p:bgPr>
        <a:solidFill xmlns:a="http://schemas.openxmlformats.org/drawingml/2006/main">
          <a:srgbClr val="101D2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AB61921-2199-4F1D-B3B2-3891E69ABFAF}"/>
              </a:ext>
            </a:extLst>
          </p:cNvPr>
          <p:cNvSpPr>
            <a:spLocks xmlns:a="http://schemas.openxmlformats.org/drawingml/2006/main" noGrp="1"/>
          </p:cNvSpPr>
          <p:nvPr/>
        </p:nvSpPr>
        <p:spPr>
          <a:xfrm xmlns:a="http://schemas.openxmlformats.org/drawingml/2006/main">
            <a:off x="762000" y="733425"/>
            <a:ext cx="400050" cy="47625"/>
          </a:xfrm>
          <a:prstGeom xmlns:a="http://schemas.openxmlformats.org/drawingml/2006/main" prst="rect">
            <a:avLst/>
          </a:prstGeom>
          <a:solidFill xmlns:a="http://schemas.openxmlformats.org/drawingml/2006/main">
            <a:srgbClr val="25C4A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94ED3BB-F8DD-43F4-B381-7E680D69B042}"/>
              </a:ext>
            </a:extLst>
          </p:cNvPr>
          <p:cNvSpPr>
            <a:spLocks xmlns:a="http://schemas.openxmlformats.org/drawingml/2006/main" noGrp="1"/>
          </p:cNvSpPr>
          <p:nvPr/>
        </p:nvSpPr>
        <p:spPr>
          <a:xfrm xmlns:a="http://schemas.openxmlformats.org/drawingml/2006/main">
            <a:off x="762000" y="1000125"/>
            <a:ext cx="6143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Blockchain-Based</a:t>
            </a:r>
          </a:p>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Digital Evidence Vault</a:t>
            </a:r>
          </a:p>
        </p:txBody>
      </p:sp>
      <p:sp>
        <p:nvSpPr>
          <p:cNvPr id="3" name="">
            <a:extLst xmlns:a="http://schemas.openxmlformats.org/drawingml/2006/main">
              <a:ext uri="{FF2B5EF4-FFF2-40B4-BE49-F238E27FC236}">
                <a16:creationId xmlns:a16="http://schemas.microsoft.com/office/drawing/2014/main" id="{3A97B3DF-E391-451D-A867-714878CFED54}"/>
              </a:ext>
            </a:extLst>
          </p:cNvPr>
          <p:cNvSpPr>
            <a:spLocks xmlns:a="http://schemas.openxmlformats.org/drawingml/2006/main" noGrp="1"/>
          </p:cNvSpPr>
          <p:nvPr/>
        </p:nvSpPr>
        <p:spPr>
          <a:xfrm xmlns:a="http://schemas.openxmlformats.org/drawingml/2006/main">
            <a:off x="800100" y="3143250"/>
            <a:ext cx="5429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C2CDCD"/>
                </a:solidFill>
                <a:latin typeface="Arial"/>
                <a:ea typeface="Arial"/>
                <a:cs typeface="Arial"/>
              </a:defRPr>
            </a:defPPr>
            <a:lvl1pPr algn="l">
              <a:defRPr sz="1875" b="0">
                <a:solidFill>
                  <a:srgbClr val="C2CDCD"/>
                </a:solidFill>
                <a:latin typeface="Arial"/>
                <a:ea typeface="Arial"/>
                <a:cs typeface="Arial"/>
              </a:defRPr>
            </a:lvl1pPr>
            <a:lvl2pPr algn="l">
              <a:defRPr sz="1875" b="0">
                <a:solidFill>
                  <a:srgbClr val="C2CDCD"/>
                </a:solidFill>
                <a:latin typeface="Arial"/>
                <a:ea typeface="Arial"/>
                <a:cs typeface="Arial"/>
              </a:defRPr>
            </a:lvl2pPr>
            <a:lvl3pPr algn="l">
              <a:defRPr sz="1875" b="0">
                <a:solidFill>
                  <a:srgbClr val="C2CDCD"/>
                </a:solidFill>
                <a:latin typeface="Arial"/>
                <a:ea typeface="Arial"/>
                <a:cs typeface="Arial"/>
              </a:defRPr>
            </a:lvl3pPr>
            <a:lvl4pPr algn="l">
              <a:defRPr sz="1875" b="0">
                <a:solidFill>
                  <a:srgbClr val="C2CDCD"/>
                </a:solidFill>
                <a:latin typeface="Arial"/>
                <a:ea typeface="Arial"/>
                <a:cs typeface="Arial"/>
              </a:defRPr>
            </a:lvl4pPr>
            <a:lvl5pPr algn="l">
              <a:defRPr sz="1875" b="0">
                <a:solidFill>
                  <a:srgbClr val="C2CDCD"/>
                </a:solidFill>
                <a:latin typeface="Arial"/>
                <a:ea typeface="Arial"/>
                <a:cs typeface="Arial"/>
              </a:defRPr>
            </a:lvl5pPr>
            <a:lvl6pPr algn="l">
              <a:defRPr sz="1875" b="0">
                <a:solidFill>
                  <a:srgbClr val="C2CDCD"/>
                </a:solidFill>
                <a:latin typeface="Arial"/>
                <a:ea typeface="Arial"/>
                <a:cs typeface="Arial"/>
              </a:defRPr>
            </a:lvl6pPr>
            <a:lvl7pPr algn="l">
              <a:defRPr sz="1875" b="0">
                <a:solidFill>
                  <a:srgbClr val="C2CDCD"/>
                </a:solidFill>
                <a:latin typeface="Arial"/>
                <a:ea typeface="Arial"/>
                <a:cs typeface="Arial"/>
              </a:defRPr>
            </a:lvl7pPr>
            <a:lvl8pPr algn="l">
              <a:defRPr sz="1875" b="0">
                <a:solidFill>
                  <a:srgbClr val="C2CDCD"/>
                </a:solidFill>
                <a:latin typeface="Arial"/>
                <a:ea typeface="Arial"/>
                <a:cs typeface="Arial"/>
              </a:defRPr>
            </a:lvl8pPr>
            <a:lvl9pPr algn="l">
              <a:defRPr sz="1875" b="0">
                <a:solidFill>
                  <a:srgbClr val="C2CDCD"/>
                </a:solidFill>
                <a:latin typeface="Arial"/>
                <a:ea typeface="Arial"/>
                <a:cs typeface="Arial"/>
              </a:defRPr>
            </a:lvl9pPr>
          </a:lstStyle>
          <a:p xmlns:a="http://schemas.openxmlformats.org/drawingml/2006/main">
            <a:pPr algn="l">
              <a:defRPr sz="1875" b="0">
                <a:solidFill>
                  <a:srgbClr val="C2CDCD"/>
                </a:solidFill>
                <a:latin typeface="Arial"/>
                <a:ea typeface="Arial"/>
                <a:cs typeface="Arial"/>
              </a:defRPr>
            </a:pPr>
            <a:r>
              <a:rPr sz="1875" b="0">
                <a:solidFill>
                  <a:srgbClr val="C2CDCD"/>
                </a:solidFill>
                <a:latin typeface="Arial"/>
                <a:ea typeface="Arial"/>
                <a:cs typeface="Arial"/>
              </a:rPr>
              <a:t>A Next.js MVP for evidence intake,</a:t>
            </a:r>
          </a:p>
          <a:p xmlns:a="http://schemas.openxmlformats.org/drawingml/2006/main">
            <a:pPr algn="l">
              <a:defRPr sz="1875" b="0">
                <a:solidFill>
                  <a:srgbClr val="C2CDCD"/>
                </a:solidFill>
                <a:latin typeface="Arial"/>
                <a:ea typeface="Arial"/>
                <a:cs typeface="Arial"/>
              </a:defRPr>
            </a:pPr>
            <a:r>
              <a:rPr sz="1875" b="0">
                <a:solidFill>
                  <a:srgbClr val="C2CDCD"/>
                </a:solidFill>
                <a:latin typeface="Arial"/>
                <a:ea typeface="Arial"/>
                <a:cs typeface="Arial"/>
              </a:rPr>
              <a:t>integrity checks, and custody review.</a:t>
            </a:r>
          </a:p>
        </p:txBody>
      </p:sp>
      <p:sp>
        <p:nvSpPr>
          <p:cNvPr id="4" name="">
            <a:extLst xmlns:a="http://schemas.openxmlformats.org/drawingml/2006/main">
              <a:ext uri="{FF2B5EF4-FFF2-40B4-BE49-F238E27FC236}">
                <a16:creationId xmlns:a16="http://schemas.microsoft.com/office/drawing/2014/main" id="{B0E22EA3-B07E-4F6F-8623-ECCB08F3A68E}"/>
              </a:ext>
            </a:extLst>
          </p:cNvPr>
          <p:cNvSpPr>
            <a:spLocks xmlns:a="http://schemas.openxmlformats.org/drawingml/2006/main" noGrp="1"/>
          </p:cNvSpPr>
          <p:nvPr/>
        </p:nvSpPr>
        <p:spPr>
          <a:xfrm xmlns:a="http://schemas.openxmlformats.org/drawingml/2006/main">
            <a:off x="800100" y="5686425"/>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5C4A8"/>
                </a:solidFill>
                <a:latin typeface="Arial"/>
                <a:ea typeface="Arial"/>
                <a:cs typeface="Arial"/>
              </a:defRPr>
            </a:defPPr>
            <a:lvl1pPr algn="l">
              <a:defRPr sz="1050" b="1">
                <a:solidFill>
                  <a:srgbClr val="25C4A8"/>
                </a:solidFill>
                <a:latin typeface="Arial"/>
                <a:ea typeface="Arial"/>
                <a:cs typeface="Arial"/>
              </a:defRPr>
            </a:lvl1pPr>
            <a:lvl2pPr algn="l">
              <a:defRPr sz="1050" b="1">
                <a:solidFill>
                  <a:srgbClr val="25C4A8"/>
                </a:solidFill>
                <a:latin typeface="Arial"/>
                <a:ea typeface="Arial"/>
                <a:cs typeface="Arial"/>
              </a:defRPr>
            </a:lvl2pPr>
            <a:lvl3pPr algn="l">
              <a:defRPr sz="1050" b="1">
                <a:solidFill>
                  <a:srgbClr val="25C4A8"/>
                </a:solidFill>
                <a:latin typeface="Arial"/>
                <a:ea typeface="Arial"/>
                <a:cs typeface="Arial"/>
              </a:defRPr>
            </a:lvl3pPr>
            <a:lvl4pPr algn="l">
              <a:defRPr sz="1050" b="1">
                <a:solidFill>
                  <a:srgbClr val="25C4A8"/>
                </a:solidFill>
                <a:latin typeface="Arial"/>
                <a:ea typeface="Arial"/>
                <a:cs typeface="Arial"/>
              </a:defRPr>
            </a:lvl4pPr>
            <a:lvl5pPr algn="l">
              <a:defRPr sz="1050" b="1">
                <a:solidFill>
                  <a:srgbClr val="25C4A8"/>
                </a:solidFill>
                <a:latin typeface="Arial"/>
                <a:ea typeface="Arial"/>
                <a:cs typeface="Arial"/>
              </a:defRPr>
            </a:lvl5pPr>
            <a:lvl6pPr algn="l">
              <a:defRPr sz="1050" b="1">
                <a:solidFill>
                  <a:srgbClr val="25C4A8"/>
                </a:solidFill>
                <a:latin typeface="Arial"/>
                <a:ea typeface="Arial"/>
                <a:cs typeface="Arial"/>
              </a:defRPr>
            </a:lvl6pPr>
            <a:lvl7pPr algn="l">
              <a:defRPr sz="1050" b="1">
                <a:solidFill>
                  <a:srgbClr val="25C4A8"/>
                </a:solidFill>
                <a:latin typeface="Arial"/>
                <a:ea typeface="Arial"/>
                <a:cs typeface="Arial"/>
              </a:defRPr>
            </a:lvl7pPr>
            <a:lvl8pPr algn="l">
              <a:defRPr sz="1050" b="1">
                <a:solidFill>
                  <a:srgbClr val="25C4A8"/>
                </a:solidFill>
                <a:latin typeface="Arial"/>
                <a:ea typeface="Arial"/>
                <a:cs typeface="Arial"/>
              </a:defRPr>
            </a:lvl8pPr>
            <a:lvl9pPr algn="l">
              <a:defRPr sz="1050" b="1">
                <a:solidFill>
                  <a:srgbClr val="25C4A8"/>
                </a:solidFill>
                <a:latin typeface="Arial"/>
                <a:ea typeface="Arial"/>
                <a:cs typeface="Arial"/>
              </a:defRPr>
            </a:lvl9pPr>
          </a:lstStyle>
          <a:p xmlns:a="http://schemas.openxmlformats.org/drawingml/2006/main">
            <a:pPr algn="l">
              <a:defRPr sz="1050" b="1">
                <a:solidFill>
                  <a:srgbClr val="25C4A8"/>
                </a:solidFill>
                <a:latin typeface="Arial"/>
                <a:ea typeface="Arial"/>
                <a:cs typeface="Arial"/>
              </a:defRPr>
            </a:pPr>
            <a:r>
              <a:rPr sz="1050" b="1">
                <a:solidFill>
                  <a:srgbClr val="25C4A8"/>
                </a:solidFill>
                <a:latin typeface="Arial"/>
                <a:ea typeface="Arial"/>
                <a:cs typeface="Arial"/>
              </a:rPr>
              <a:t>PROJECT OVERVIEW  /  10 SLIDES</a:t>
            </a:r>
          </a:p>
        </p:txBody>
      </p:sp>
      <p:sp>
        <p:nvSpPr>
          <p:cNvPr id="5" name="">
            <a:extLst xmlns:a="http://schemas.openxmlformats.org/drawingml/2006/main">
              <a:ext uri="{FF2B5EF4-FFF2-40B4-BE49-F238E27FC236}">
                <a16:creationId xmlns:a16="http://schemas.microsoft.com/office/drawing/2014/main" id="{7BFD72F7-3BE3-4964-94C8-C9F999EBD979}"/>
              </a:ext>
            </a:extLst>
          </p:cNvPr>
          <p:cNvSpPr>
            <a:spLocks xmlns:a="http://schemas.openxmlformats.org/drawingml/2006/main" noGrp="1"/>
          </p:cNvSpPr>
          <p:nvPr/>
        </p:nvSpPr>
        <p:spPr>
          <a:xfrm xmlns:a="http://schemas.openxmlformats.org/drawingml/2006/main">
            <a:off x="7705725" y="2943225"/>
            <a:ext cx="2686050" cy="28575"/>
          </a:xfrm>
          <a:prstGeom xmlns:a="http://schemas.openxmlformats.org/drawingml/2006/main" prst="rect">
            <a:avLst/>
          </a:prstGeom>
          <a:solidFill xmlns:a="http://schemas.openxmlformats.org/drawingml/2006/main">
            <a:srgbClr val="42616A"/>
          </a:solidFill>
          <a:ln xmlns:a="http://schemas.openxmlformats.org/drawingml/2006/main" w="0">
            <a:noFill/>
            <a:prstDash val="solid"/>
          </a:ln>
        </p:spPr>
      </p:sp>
      <p:sp>
        <p:nvSpPr>
          <p:cNvPr id="6" name="cover-node-1">
            <a:extLst xmlns:a="http://schemas.openxmlformats.org/drawingml/2006/main">
              <a:ext uri="{FF2B5EF4-FFF2-40B4-BE49-F238E27FC236}">
                <a16:creationId xmlns:a16="http://schemas.microsoft.com/office/drawing/2014/main" id="{49970B7A-5A72-4CE1-AB5E-F0D14D496EAA}"/>
              </a:ext>
            </a:extLst>
          </p:cNvPr>
          <p:cNvSpPr>
            <a:spLocks xmlns:a="http://schemas.openxmlformats.org/drawingml/2006/main" noGrp="1"/>
          </p:cNvSpPr>
          <p:nvPr/>
        </p:nvSpPr>
        <p:spPr>
          <a:xfrm xmlns:a="http://schemas.openxmlformats.org/drawingml/2006/main">
            <a:off x="7038975" y="2505075"/>
            <a:ext cx="876300" cy="876300"/>
          </a:xfrm>
          <a:prstGeom xmlns:a="http://schemas.openxmlformats.org/drawingml/2006/main" prst="ellipse">
            <a:avLst/>
          </a:prstGeom>
          <a:solidFill xmlns:a="http://schemas.openxmlformats.org/drawingml/2006/main">
            <a:srgbClr val="2039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0E57255-CD54-4B09-97C3-38868DB215D7}"/>
              </a:ext>
            </a:extLst>
          </p:cNvPr>
          <p:cNvSpPr>
            <a:spLocks xmlns:a="http://schemas.openxmlformats.org/drawingml/2006/main" noGrp="1"/>
          </p:cNvSpPr>
          <p:nvPr/>
        </p:nvSpPr>
        <p:spPr>
          <a:xfrm xmlns:a="http://schemas.openxmlformats.org/drawingml/2006/main">
            <a:off x="7096125" y="277177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a:solidFill>
                  <a:srgbClr val="FFFFFF"/>
                </a:solidFill>
                <a:latin typeface="Arial"/>
                <a:ea typeface="Arial"/>
                <a:cs typeface="Arial"/>
              </a:defRPr>
            </a:defPPr>
            <a:lvl1pPr algn="ctr">
              <a:defRPr sz="1275" b="1">
                <a:solidFill>
                  <a:srgbClr val="FFFFFF"/>
                </a:solidFill>
                <a:latin typeface="Arial"/>
                <a:ea typeface="Arial"/>
                <a:cs typeface="Arial"/>
              </a:defRPr>
            </a:lvl1pPr>
            <a:lvl2pPr algn="ctr">
              <a:defRPr sz="1275" b="1">
                <a:solidFill>
                  <a:srgbClr val="FFFFFF"/>
                </a:solidFill>
                <a:latin typeface="Arial"/>
                <a:ea typeface="Arial"/>
                <a:cs typeface="Arial"/>
              </a:defRPr>
            </a:lvl2pPr>
            <a:lvl3pPr algn="ctr">
              <a:defRPr sz="1275" b="1">
                <a:solidFill>
                  <a:srgbClr val="FFFFFF"/>
                </a:solidFill>
                <a:latin typeface="Arial"/>
                <a:ea typeface="Arial"/>
                <a:cs typeface="Arial"/>
              </a:defRPr>
            </a:lvl3pPr>
            <a:lvl4pPr algn="ctr">
              <a:defRPr sz="1275" b="1">
                <a:solidFill>
                  <a:srgbClr val="FFFFFF"/>
                </a:solidFill>
                <a:latin typeface="Arial"/>
                <a:ea typeface="Arial"/>
                <a:cs typeface="Arial"/>
              </a:defRPr>
            </a:lvl4pPr>
            <a:lvl5pPr algn="ctr">
              <a:defRPr sz="1275" b="1">
                <a:solidFill>
                  <a:srgbClr val="FFFFFF"/>
                </a:solidFill>
                <a:latin typeface="Arial"/>
                <a:ea typeface="Arial"/>
                <a:cs typeface="Arial"/>
              </a:defRPr>
            </a:lvl5pPr>
            <a:lvl6pPr algn="ctr">
              <a:defRPr sz="1275" b="1">
                <a:solidFill>
                  <a:srgbClr val="FFFFFF"/>
                </a:solidFill>
                <a:latin typeface="Arial"/>
                <a:ea typeface="Arial"/>
                <a:cs typeface="Arial"/>
              </a:defRPr>
            </a:lvl6pPr>
            <a:lvl7pPr algn="ctr">
              <a:defRPr sz="1275" b="1">
                <a:solidFill>
                  <a:srgbClr val="FFFFFF"/>
                </a:solidFill>
                <a:latin typeface="Arial"/>
                <a:ea typeface="Arial"/>
                <a:cs typeface="Arial"/>
              </a:defRPr>
            </a:lvl7pPr>
            <a:lvl8pPr algn="ctr">
              <a:defRPr sz="1275" b="1">
                <a:solidFill>
                  <a:srgbClr val="FFFFFF"/>
                </a:solidFill>
                <a:latin typeface="Arial"/>
                <a:ea typeface="Arial"/>
                <a:cs typeface="Arial"/>
              </a:defRPr>
            </a:lvl8pPr>
            <a:lvl9pPr algn="ctr">
              <a:defRPr sz="1275" b="1">
                <a:solidFill>
                  <a:srgbClr val="FFFFFF"/>
                </a:solidFill>
                <a:latin typeface="Arial"/>
                <a:ea typeface="Arial"/>
                <a:cs typeface="Arial"/>
              </a:defRPr>
            </a:lvl9pPr>
          </a:lstStyle>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FILE</a:t>
            </a:r>
          </a:p>
        </p:txBody>
      </p:sp>
      <p:sp>
        <p:nvSpPr>
          <p:cNvPr id="8" name="">
            <a:extLst xmlns:a="http://schemas.openxmlformats.org/drawingml/2006/main">
              <a:ext uri="{FF2B5EF4-FFF2-40B4-BE49-F238E27FC236}">
                <a16:creationId xmlns:a16="http://schemas.microsoft.com/office/drawing/2014/main" id="{233239A1-9E0F-4FE5-B20E-DDFBFB2E7366}"/>
              </a:ext>
            </a:extLst>
          </p:cNvPr>
          <p:cNvSpPr>
            <a:spLocks xmlns:a="http://schemas.openxmlformats.org/drawingml/2006/main" noGrp="1"/>
          </p:cNvSpPr>
          <p:nvPr/>
        </p:nvSpPr>
        <p:spPr>
          <a:xfrm xmlns:a="http://schemas.openxmlformats.org/drawingml/2006/main">
            <a:off x="6762750" y="36385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a:solidFill>
                  <a:srgbClr val="B7C4C5"/>
                </a:solidFill>
                <a:latin typeface="Arial"/>
                <a:ea typeface="Arial"/>
                <a:cs typeface="Arial"/>
              </a:defRPr>
            </a:defPPr>
            <a:lvl1pPr algn="ctr">
              <a:defRPr sz="1275" b="0">
                <a:solidFill>
                  <a:srgbClr val="B7C4C5"/>
                </a:solidFill>
                <a:latin typeface="Arial"/>
                <a:ea typeface="Arial"/>
                <a:cs typeface="Arial"/>
              </a:defRPr>
            </a:lvl1pPr>
            <a:lvl2pPr algn="ctr">
              <a:defRPr sz="1275" b="0">
                <a:solidFill>
                  <a:srgbClr val="B7C4C5"/>
                </a:solidFill>
                <a:latin typeface="Arial"/>
                <a:ea typeface="Arial"/>
                <a:cs typeface="Arial"/>
              </a:defRPr>
            </a:lvl2pPr>
            <a:lvl3pPr algn="ctr">
              <a:defRPr sz="1275" b="0">
                <a:solidFill>
                  <a:srgbClr val="B7C4C5"/>
                </a:solidFill>
                <a:latin typeface="Arial"/>
                <a:ea typeface="Arial"/>
                <a:cs typeface="Arial"/>
              </a:defRPr>
            </a:lvl3pPr>
            <a:lvl4pPr algn="ctr">
              <a:defRPr sz="1275" b="0">
                <a:solidFill>
                  <a:srgbClr val="B7C4C5"/>
                </a:solidFill>
                <a:latin typeface="Arial"/>
                <a:ea typeface="Arial"/>
                <a:cs typeface="Arial"/>
              </a:defRPr>
            </a:lvl4pPr>
            <a:lvl5pPr algn="ctr">
              <a:defRPr sz="1275" b="0">
                <a:solidFill>
                  <a:srgbClr val="B7C4C5"/>
                </a:solidFill>
                <a:latin typeface="Arial"/>
                <a:ea typeface="Arial"/>
                <a:cs typeface="Arial"/>
              </a:defRPr>
            </a:lvl5pPr>
            <a:lvl6pPr algn="ctr">
              <a:defRPr sz="1275" b="0">
                <a:solidFill>
                  <a:srgbClr val="B7C4C5"/>
                </a:solidFill>
                <a:latin typeface="Arial"/>
                <a:ea typeface="Arial"/>
                <a:cs typeface="Arial"/>
              </a:defRPr>
            </a:lvl6pPr>
            <a:lvl7pPr algn="ctr">
              <a:defRPr sz="1275" b="0">
                <a:solidFill>
                  <a:srgbClr val="B7C4C5"/>
                </a:solidFill>
                <a:latin typeface="Arial"/>
                <a:ea typeface="Arial"/>
                <a:cs typeface="Arial"/>
              </a:defRPr>
            </a:lvl7pPr>
            <a:lvl8pPr algn="ctr">
              <a:defRPr sz="1275" b="0">
                <a:solidFill>
                  <a:srgbClr val="B7C4C5"/>
                </a:solidFill>
                <a:latin typeface="Arial"/>
                <a:ea typeface="Arial"/>
                <a:cs typeface="Arial"/>
              </a:defRPr>
            </a:lvl8pPr>
            <a:lvl9pPr algn="ctr">
              <a:defRPr sz="1275" b="0">
                <a:solidFill>
                  <a:srgbClr val="B7C4C5"/>
                </a:solidFill>
                <a:latin typeface="Arial"/>
                <a:ea typeface="Arial"/>
                <a:cs typeface="Arial"/>
              </a:defRPr>
            </a:lvl9pPr>
          </a:lstStyle>
          <a:p xmlns:a="http://schemas.openxmlformats.org/drawingml/2006/main">
            <a:pPr algn="ctr">
              <a:defRPr sz="1275" b="0">
                <a:solidFill>
                  <a:srgbClr val="B7C4C5"/>
                </a:solidFill>
                <a:latin typeface="Arial"/>
                <a:ea typeface="Arial"/>
                <a:cs typeface="Arial"/>
              </a:defRPr>
            </a:pPr>
            <a:r>
              <a:rPr sz="1275" b="0">
                <a:solidFill>
                  <a:srgbClr val="B7C4C5"/>
                </a:solidFill>
                <a:latin typeface="Arial"/>
                <a:ea typeface="Arial"/>
                <a:cs typeface="Arial"/>
              </a:rPr>
              <a:t>evidence</a:t>
            </a:r>
          </a:p>
        </p:txBody>
      </p:sp>
      <p:sp>
        <p:nvSpPr>
          <p:cNvPr id="9" name="cover-node-2">
            <a:extLst xmlns:a="http://schemas.openxmlformats.org/drawingml/2006/main">
              <a:ext uri="{FF2B5EF4-FFF2-40B4-BE49-F238E27FC236}">
                <a16:creationId xmlns:a16="http://schemas.microsoft.com/office/drawing/2014/main" id="{BB3C20E0-CE6D-41B6-AEC7-254D1B0DE78D}"/>
              </a:ext>
            </a:extLst>
          </p:cNvPr>
          <p:cNvSpPr>
            <a:spLocks xmlns:a="http://schemas.openxmlformats.org/drawingml/2006/main" noGrp="1"/>
          </p:cNvSpPr>
          <p:nvPr/>
        </p:nvSpPr>
        <p:spPr>
          <a:xfrm xmlns:a="http://schemas.openxmlformats.org/drawingml/2006/main">
            <a:off x="8610600" y="2505075"/>
            <a:ext cx="876300" cy="876300"/>
          </a:xfrm>
          <a:prstGeom xmlns:a="http://schemas.openxmlformats.org/drawingml/2006/main" prst="ellipse">
            <a:avLst/>
          </a:prstGeom>
          <a:solidFill xmlns:a="http://schemas.openxmlformats.org/drawingml/2006/main">
            <a:srgbClr val="25C4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BF284A4-1BDF-424E-80A5-ABA4DE91A446}"/>
              </a:ext>
            </a:extLst>
          </p:cNvPr>
          <p:cNvSpPr>
            <a:spLocks xmlns:a="http://schemas.openxmlformats.org/drawingml/2006/main" noGrp="1"/>
          </p:cNvSpPr>
          <p:nvPr/>
        </p:nvSpPr>
        <p:spPr>
          <a:xfrm xmlns:a="http://schemas.openxmlformats.org/drawingml/2006/main">
            <a:off x="8667750" y="277177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a:solidFill>
                  <a:srgbClr val="101D26"/>
                </a:solidFill>
                <a:latin typeface="Arial"/>
                <a:ea typeface="Arial"/>
                <a:cs typeface="Arial"/>
              </a:defRPr>
            </a:defPPr>
            <a:lvl1pPr algn="ctr">
              <a:defRPr sz="1275" b="1">
                <a:solidFill>
                  <a:srgbClr val="101D26"/>
                </a:solidFill>
                <a:latin typeface="Arial"/>
                <a:ea typeface="Arial"/>
                <a:cs typeface="Arial"/>
              </a:defRPr>
            </a:lvl1pPr>
            <a:lvl2pPr algn="ctr">
              <a:defRPr sz="1275" b="1">
                <a:solidFill>
                  <a:srgbClr val="101D26"/>
                </a:solidFill>
                <a:latin typeface="Arial"/>
                <a:ea typeface="Arial"/>
                <a:cs typeface="Arial"/>
              </a:defRPr>
            </a:lvl2pPr>
            <a:lvl3pPr algn="ctr">
              <a:defRPr sz="1275" b="1">
                <a:solidFill>
                  <a:srgbClr val="101D26"/>
                </a:solidFill>
                <a:latin typeface="Arial"/>
                <a:ea typeface="Arial"/>
                <a:cs typeface="Arial"/>
              </a:defRPr>
            </a:lvl3pPr>
            <a:lvl4pPr algn="ctr">
              <a:defRPr sz="1275" b="1">
                <a:solidFill>
                  <a:srgbClr val="101D26"/>
                </a:solidFill>
                <a:latin typeface="Arial"/>
                <a:ea typeface="Arial"/>
                <a:cs typeface="Arial"/>
              </a:defRPr>
            </a:lvl4pPr>
            <a:lvl5pPr algn="ctr">
              <a:defRPr sz="1275" b="1">
                <a:solidFill>
                  <a:srgbClr val="101D26"/>
                </a:solidFill>
                <a:latin typeface="Arial"/>
                <a:ea typeface="Arial"/>
                <a:cs typeface="Arial"/>
              </a:defRPr>
            </a:lvl5pPr>
            <a:lvl6pPr algn="ctr">
              <a:defRPr sz="1275" b="1">
                <a:solidFill>
                  <a:srgbClr val="101D26"/>
                </a:solidFill>
                <a:latin typeface="Arial"/>
                <a:ea typeface="Arial"/>
                <a:cs typeface="Arial"/>
              </a:defRPr>
            </a:lvl6pPr>
            <a:lvl7pPr algn="ctr">
              <a:defRPr sz="1275" b="1">
                <a:solidFill>
                  <a:srgbClr val="101D26"/>
                </a:solidFill>
                <a:latin typeface="Arial"/>
                <a:ea typeface="Arial"/>
                <a:cs typeface="Arial"/>
              </a:defRPr>
            </a:lvl7pPr>
            <a:lvl8pPr algn="ctr">
              <a:defRPr sz="1275" b="1">
                <a:solidFill>
                  <a:srgbClr val="101D26"/>
                </a:solidFill>
                <a:latin typeface="Arial"/>
                <a:ea typeface="Arial"/>
                <a:cs typeface="Arial"/>
              </a:defRPr>
            </a:lvl8pPr>
            <a:lvl9pPr algn="ctr">
              <a:defRPr sz="1275" b="1">
                <a:solidFill>
                  <a:srgbClr val="101D26"/>
                </a:solidFill>
                <a:latin typeface="Arial"/>
                <a:ea typeface="Arial"/>
                <a:cs typeface="Arial"/>
              </a:defRPr>
            </a:lvl9pPr>
          </a:lstStyle>
          <a:p xmlns:a="http://schemas.openxmlformats.org/drawingml/2006/main">
            <a:pPr algn="ctr">
              <a:defRPr sz="1275" b="1">
                <a:solidFill>
                  <a:srgbClr val="101D26"/>
                </a:solidFill>
                <a:latin typeface="Arial"/>
                <a:ea typeface="Arial"/>
                <a:cs typeface="Arial"/>
              </a:defRPr>
            </a:pPr>
            <a:r>
              <a:rPr sz="1275" b="1">
                <a:solidFill>
                  <a:srgbClr val="101D26"/>
                </a:solidFill>
                <a:latin typeface="Arial"/>
                <a:ea typeface="Arial"/>
                <a:cs typeface="Arial"/>
              </a:rPr>
              <a:t>HASH</a:t>
            </a:r>
          </a:p>
        </p:txBody>
      </p:sp>
      <p:sp>
        <p:nvSpPr>
          <p:cNvPr id="11" name="">
            <a:extLst xmlns:a="http://schemas.openxmlformats.org/drawingml/2006/main">
              <a:ext uri="{FF2B5EF4-FFF2-40B4-BE49-F238E27FC236}">
                <a16:creationId xmlns:a16="http://schemas.microsoft.com/office/drawing/2014/main" id="{D54D666A-30D4-433B-8E5A-3857E9AF63E3}"/>
              </a:ext>
            </a:extLst>
          </p:cNvPr>
          <p:cNvSpPr>
            <a:spLocks xmlns:a="http://schemas.openxmlformats.org/drawingml/2006/main" noGrp="1"/>
          </p:cNvSpPr>
          <p:nvPr/>
        </p:nvSpPr>
        <p:spPr>
          <a:xfrm xmlns:a="http://schemas.openxmlformats.org/drawingml/2006/main">
            <a:off x="8334375" y="36385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a:solidFill>
                  <a:srgbClr val="B7C4C5"/>
                </a:solidFill>
                <a:latin typeface="Arial"/>
                <a:ea typeface="Arial"/>
                <a:cs typeface="Arial"/>
              </a:defRPr>
            </a:defPPr>
            <a:lvl1pPr algn="ctr">
              <a:defRPr sz="1275" b="0">
                <a:solidFill>
                  <a:srgbClr val="B7C4C5"/>
                </a:solidFill>
                <a:latin typeface="Arial"/>
                <a:ea typeface="Arial"/>
                <a:cs typeface="Arial"/>
              </a:defRPr>
            </a:lvl1pPr>
            <a:lvl2pPr algn="ctr">
              <a:defRPr sz="1275" b="0">
                <a:solidFill>
                  <a:srgbClr val="B7C4C5"/>
                </a:solidFill>
                <a:latin typeface="Arial"/>
                <a:ea typeface="Arial"/>
                <a:cs typeface="Arial"/>
              </a:defRPr>
            </a:lvl2pPr>
            <a:lvl3pPr algn="ctr">
              <a:defRPr sz="1275" b="0">
                <a:solidFill>
                  <a:srgbClr val="B7C4C5"/>
                </a:solidFill>
                <a:latin typeface="Arial"/>
                <a:ea typeface="Arial"/>
                <a:cs typeface="Arial"/>
              </a:defRPr>
            </a:lvl3pPr>
            <a:lvl4pPr algn="ctr">
              <a:defRPr sz="1275" b="0">
                <a:solidFill>
                  <a:srgbClr val="B7C4C5"/>
                </a:solidFill>
                <a:latin typeface="Arial"/>
                <a:ea typeface="Arial"/>
                <a:cs typeface="Arial"/>
              </a:defRPr>
            </a:lvl4pPr>
            <a:lvl5pPr algn="ctr">
              <a:defRPr sz="1275" b="0">
                <a:solidFill>
                  <a:srgbClr val="B7C4C5"/>
                </a:solidFill>
                <a:latin typeface="Arial"/>
                <a:ea typeface="Arial"/>
                <a:cs typeface="Arial"/>
              </a:defRPr>
            </a:lvl5pPr>
            <a:lvl6pPr algn="ctr">
              <a:defRPr sz="1275" b="0">
                <a:solidFill>
                  <a:srgbClr val="B7C4C5"/>
                </a:solidFill>
                <a:latin typeface="Arial"/>
                <a:ea typeface="Arial"/>
                <a:cs typeface="Arial"/>
              </a:defRPr>
            </a:lvl6pPr>
            <a:lvl7pPr algn="ctr">
              <a:defRPr sz="1275" b="0">
                <a:solidFill>
                  <a:srgbClr val="B7C4C5"/>
                </a:solidFill>
                <a:latin typeface="Arial"/>
                <a:ea typeface="Arial"/>
                <a:cs typeface="Arial"/>
              </a:defRPr>
            </a:lvl7pPr>
            <a:lvl8pPr algn="ctr">
              <a:defRPr sz="1275" b="0">
                <a:solidFill>
                  <a:srgbClr val="B7C4C5"/>
                </a:solidFill>
                <a:latin typeface="Arial"/>
                <a:ea typeface="Arial"/>
                <a:cs typeface="Arial"/>
              </a:defRPr>
            </a:lvl8pPr>
            <a:lvl9pPr algn="ctr">
              <a:defRPr sz="1275" b="0">
                <a:solidFill>
                  <a:srgbClr val="B7C4C5"/>
                </a:solidFill>
                <a:latin typeface="Arial"/>
                <a:ea typeface="Arial"/>
                <a:cs typeface="Arial"/>
              </a:defRPr>
            </a:lvl9pPr>
          </a:lstStyle>
          <a:p xmlns:a="http://schemas.openxmlformats.org/drawingml/2006/main">
            <a:pPr algn="ctr">
              <a:defRPr sz="1275" b="0">
                <a:solidFill>
                  <a:srgbClr val="B7C4C5"/>
                </a:solidFill>
                <a:latin typeface="Arial"/>
                <a:ea typeface="Arial"/>
                <a:cs typeface="Arial"/>
              </a:defRPr>
            </a:pPr>
            <a:r>
              <a:rPr sz="1275" b="0">
                <a:solidFill>
                  <a:srgbClr val="B7C4C5"/>
                </a:solidFill>
                <a:latin typeface="Arial"/>
                <a:ea typeface="Arial"/>
                <a:cs typeface="Arial"/>
              </a:rPr>
              <a:t>fingerprint</a:t>
            </a:r>
          </a:p>
        </p:txBody>
      </p:sp>
      <p:sp>
        <p:nvSpPr>
          <p:cNvPr id="12" name="cover-node-3">
            <a:extLst xmlns:a="http://schemas.openxmlformats.org/drawingml/2006/main">
              <a:ext uri="{FF2B5EF4-FFF2-40B4-BE49-F238E27FC236}">
                <a16:creationId xmlns:a16="http://schemas.microsoft.com/office/drawing/2014/main" id="{2BFC890A-FB9A-4193-8B0B-7B60A61FD5FD}"/>
              </a:ext>
            </a:extLst>
          </p:cNvPr>
          <p:cNvSpPr>
            <a:spLocks xmlns:a="http://schemas.openxmlformats.org/drawingml/2006/main" noGrp="1"/>
          </p:cNvSpPr>
          <p:nvPr/>
        </p:nvSpPr>
        <p:spPr>
          <a:xfrm xmlns:a="http://schemas.openxmlformats.org/drawingml/2006/main">
            <a:off x="10182225" y="2505075"/>
            <a:ext cx="876300" cy="876300"/>
          </a:xfrm>
          <a:prstGeom xmlns:a="http://schemas.openxmlformats.org/drawingml/2006/main" prst="ellipse">
            <a:avLst/>
          </a:prstGeom>
          <a:solidFill xmlns:a="http://schemas.openxmlformats.org/drawingml/2006/main">
            <a:srgbClr val="20394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B07DFB3-4ED1-4126-A02D-4E413B64FC2A}"/>
              </a:ext>
            </a:extLst>
          </p:cNvPr>
          <p:cNvSpPr>
            <a:spLocks xmlns:a="http://schemas.openxmlformats.org/drawingml/2006/main" noGrp="1"/>
          </p:cNvSpPr>
          <p:nvPr/>
        </p:nvSpPr>
        <p:spPr>
          <a:xfrm xmlns:a="http://schemas.openxmlformats.org/drawingml/2006/main">
            <a:off x="10239375" y="277177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a:solidFill>
                  <a:srgbClr val="FFFFFF"/>
                </a:solidFill>
                <a:latin typeface="Arial"/>
                <a:ea typeface="Arial"/>
                <a:cs typeface="Arial"/>
              </a:defRPr>
            </a:defPPr>
            <a:lvl1pPr algn="ctr">
              <a:defRPr sz="1275" b="1">
                <a:solidFill>
                  <a:srgbClr val="FFFFFF"/>
                </a:solidFill>
                <a:latin typeface="Arial"/>
                <a:ea typeface="Arial"/>
                <a:cs typeface="Arial"/>
              </a:defRPr>
            </a:lvl1pPr>
            <a:lvl2pPr algn="ctr">
              <a:defRPr sz="1275" b="1">
                <a:solidFill>
                  <a:srgbClr val="FFFFFF"/>
                </a:solidFill>
                <a:latin typeface="Arial"/>
                <a:ea typeface="Arial"/>
                <a:cs typeface="Arial"/>
              </a:defRPr>
            </a:lvl2pPr>
            <a:lvl3pPr algn="ctr">
              <a:defRPr sz="1275" b="1">
                <a:solidFill>
                  <a:srgbClr val="FFFFFF"/>
                </a:solidFill>
                <a:latin typeface="Arial"/>
                <a:ea typeface="Arial"/>
                <a:cs typeface="Arial"/>
              </a:defRPr>
            </a:lvl3pPr>
            <a:lvl4pPr algn="ctr">
              <a:defRPr sz="1275" b="1">
                <a:solidFill>
                  <a:srgbClr val="FFFFFF"/>
                </a:solidFill>
                <a:latin typeface="Arial"/>
                <a:ea typeface="Arial"/>
                <a:cs typeface="Arial"/>
              </a:defRPr>
            </a:lvl4pPr>
            <a:lvl5pPr algn="ctr">
              <a:defRPr sz="1275" b="1">
                <a:solidFill>
                  <a:srgbClr val="FFFFFF"/>
                </a:solidFill>
                <a:latin typeface="Arial"/>
                <a:ea typeface="Arial"/>
                <a:cs typeface="Arial"/>
              </a:defRPr>
            </a:lvl5pPr>
            <a:lvl6pPr algn="ctr">
              <a:defRPr sz="1275" b="1">
                <a:solidFill>
                  <a:srgbClr val="FFFFFF"/>
                </a:solidFill>
                <a:latin typeface="Arial"/>
                <a:ea typeface="Arial"/>
                <a:cs typeface="Arial"/>
              </a:defRPr>
            </a:lvl6pPr>
            <a:lvl7pPr algn="ctr">
              <a:defRPr sz="1275" b="1">
                <a:solidFill>
                  <a:srgbClr val="FFFFFF"/>
                </a:solidFill>
                <a:latin typeface="Arial"/>
                <a:ea typeface="Arial"/>
                <a:cs typeface="Arial"/>
              </a:defRPr>
            </a:lvl7pPr>
            <a:lvl8pPr algn="ctr">
              <a:defRPr sz="1275" b="1">
                <a:solidFill>
                  <a:srgbClr val="FFFFFF"/>
                </a:solidFill>
                <a:latin typeface="Arial"/>
                <a:ea typeface="Arial"/>
                <a:cs typeface="Arial"/>
              </a:defRPr>
            </a:lvl8pPr>
            <a:lvl9pPr algn="ctr">
              <a:defRPr sz="1275" b="1">
                <a:solidFill>
                  <a:srgbClr val="FFFFFF"/>
                </a:solidFill>
                <a:latin typeface="Arial"/>
                <a:ea typeface="Arial"/>
                <a:cs typeface="Arial"/>
              </a:defRPr>
            </a:lvl9pPr>
          </a:lstStyle>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TRAIL</a:t>
            </a:r>
          </a:p>
        </p:txBody>
      </p:sp>
      <p:sp>
        <p:nvSpPr>
          <p:cNvPr id="14" name="">
            <a:extLst xmlns:a="http://schemas.openxmlformats.org/drawingml/2006/main">
              <a:ext uri="{FF2B5EF4-FFF2-40B4-BE49-F238E27FC236}">
                <a16:creationId xmlns:a16="http://schemas.microsoft.com/office/drawing/2014/main" id="{0B57D785-DF48-4FF1-A8EC-6E1BE3626F2F}"/>
              </a:ext>
            </a:extLst>
          </p:cNvPr>
          <p:cNvSpPr>
            <a:spLocks xmlns:a="http://schemas.openxmlformats.org/drawingml/2006/main" noGrp="1"/>
          </p:cNvSpPr>
          <p:nvPr/>
        </p:nvSpPr>
        <p:spPr>
          <a:xfrm xmlns:a="http://schemas.openxmlformats.org/drawingml/2006/main">
            <a:off x="9906000" y="36385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a:solidFill>
                  <a:srgbClr val="B7C4C5"/>
                </a:solidFill>
                <a:latin typeface="Arial"/>
                <a:ea typeface="Arial"/>
                <a:cs typeface="Arial"/>
              </a:defRPr>
            </a:defPPr>
            <a:lvl1pPr algn="ctr">
              <a:defRPr sz="1275" b="0">
                <a:solidFill>
                  <a:srgbClr val="B7C4C5"/>
                </a:solidFill>
                <a:latin typeface="Arial"/>
                <a:ea typeface="Arial"/>
                <a:cs typeface="Arial"/>
              </a:defRPr>
            </a:lvl1pPr>
            <a:lvl2pPr algn="ctr">
              <a:defRPr sz="1275" b="0">
                <a:solidFill>
                  <a:srgbClr val="B7C4C5"/>
                </a:solidFill>
                <a:latin typeface="Arial"/>
                <a:ea typeface="Arial"/>
                <a:cs typeface="Arial"/>
              </a:defRPr>
            </a:lvl2pPr>
            <a:lvl3pPr algn="ctr">
              <a:defRPr sz="1275" b="0">
                <a:solidFill>
                  <a:srgbClr val="B7C4C5"/>
                </a:solidFill>
                <a:latin typeface="Arial"/>
                <a:ea typeface="Arial"/>
                <a:cs typeface="Arial"/>
              </a:defRPr>
            </a:lvl3pPr>
            <a:lvl4pPr algn="ctr">
              <a:defRPr sz="1275" b="0">
                <a:solidFill>
                  <a:srgbClr val="B7C4C5"/>
                </a:solidFill>
                <a:latin typeface="Arial"/>
                <a:ea typeface="Arial"/>
                <a:cs typeface="Arial"/>
              </a:defRPr>
            </a:lvl4pPr>
            <a:lvl5pPr algn="ctr">
              <a:defRPr sz="1275" b="0">
                <a:solidFill>
                  <a:srgbClr val="B7C4C5"/>
                </a:solidFill>
                <a:latin typeface="Arial"/>
                <a:ea typeface="Arial"/>
                <a:cs typeface="Arial"/>
              </a:defRPr>
            </a:lvl5pPr>
            <a:lvl6pPr algn="ctr">
              <a:defRPr sz="1275" b="0">
                <a:solidFill>
                  <a:srgbClr val="B7C4C5"/>
                </a:solidFill>
                <a:latin typeface="Arial"/>
                <a:ea typeface="Arial"/>
                <a:cs typeface="Arial"/>
              </a:defRPr>
            </a:lvl6pPr>
            <a:lvl7pPr algn="ctr">
              <a:defRPr sz="1275" b="0">
                <a:solidFill>
                  <a:srgbClr val="B7C4C5"/>
                </a:solidFill>
                <a:latin typeface="Arial"/>
                <a:ea typeface="Arial"/>
                <a:cs typeface="Arial"/>
              </a:defRPr>
            </a:lvl7pPr>
            <a:lvl8pPr algn="ctr">
              <a:defRPr sz="1275" b="0">
                <a:solidFill>
                  <a:srgbClr val="B7C4C5"/>
                </a:solidFill>
                <a:latin typeface="Arial"/>
                <a:ea typeface="Arial"/>
                <a:cs typeface="Arial"/>
              </a:defRPr>
            </a:lvl8pPr>
            <a:lvl9pPr algn="ctr">
              <a:defRPr sz="1275" b="0">
                <a:solidFill>
                  <a:srgbClr val="B7C4C5"/>
                </a:solidFill>
                <a:latin typeface="Arial"/>
                <a:ea typeface="Arial"/>
                <a:cs typeface="Arial"/>
              </a:defRPr>
            </a:lvl9pPr>
          </a:lstStyle>
          <a:p xmlns:a="http://schemas.openxmlformats.org/drawingml/2006/main">
            <a:pPr algn="ctr">
              <a:defRPr sz="1275" b="0">
                <a:solidFill>
                  <a:srgbClr val="B7C4C5"/>
                </a:solidFill>
                <a:latin typeface="Arial"/>
                <a:ea typeface="Arial"/>
                <a:cs typeface="Arial"/>
              </a:defRPr>
            </a:pPr>
            <a:r>
              <a:rPr sz="1275" b="0">
                <a:solidFill>
                  <a:srgbClr val="B7C4C5"/>
                </a:solidFill>
                <a:latin typeface="Arial"/>
                <a:ea typeface="Arial"/>
                <a:cs typeface="Arial"/>
              </a:rPr>
              <a:t>custody</a:t>
            </a:r>
          </a:p>
        </p:txBody>
      </p:sp>
      <p:sp>
        <p:nvSpPr>
          <p:cNvPr id="15" name="">
            <a:extLst xmlns:a="http://schemas.openxmlformats.org/drawingml/2006/main">
              <a:ext uri="{FF2B5EF4-FFF2-40B4-BE49-F238E27FC236}">
                <a16:creationId xmlns:a16="http://schemas.microsoft.com/office/drawing/2014/main" id="{E46D54F2-78C4-420C-9965-B339C5423E51}"/>
              </a:ext>
            </a:extLst>
          </p:cNvPr>
          <p:cNvSpPr>
            <a:spLocks xmlns:a="http://schemas.openxmlformats.org/drawingml/2006/main" noGrp="1"/>
          </p:cNvSpPr>
          <p:nvPr/>
        </p:nvSpPr>
        <p:spPr>
          <a:xfrm xmlns:a="http://schemas.openxmlformats.org/drawingml/2006/main">
            <a:off x="7362825" y="4762500"/>
            <a:ext cx="371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0">
                <a:solidFill>
                  <a:srgbClr val="E8EEEC"/>
                </a:solidFill>
                <a:latin typeface="Arial"/>
                <a:ea typeface="Arial"/>
                <a:cs typeface="Arial"/>
              </a:defRPr>
            </a:defPPr>
            <a:lvl1pPr algn="ctr">
              <a:defRPr sz="1425" b="0">
                <a:solidFill>
                  <a:srgbClr val="E8EEEC"/>
                </a:solidFill>
                <a:latin typeface="Arial"/>
                <a:ea typeface="Arial"/>
                <a:cs typeface="Arial"/>
              </a:defRPr>
            </a:lvl1pPr>
            <a:lvl2pPr algn="ctr">
              <a:defRPr sz="1425" b="0">
                <a:solidFill>
                  <a:srgbClr val="E8EEEC"/>
                </a:solidFill>
                <a:latin typeface="Arial"/>
                <a:ea typeface="Arial"/>
                <a:cs typeface="Arial"/>
              </a:defRPr>
            </a:lvl2pPr>
            <a:lvl3pPr algn="ctr">
              <a:defRPr sz="1425" b="0">
                <a:solidFill>
                  <a:srgbClr val="E8EEEC"/>
                </a:solidFill>
                <a:latin typeface="Arial"/>
                <a:ea typeface="Arial"/>
                <a:cs typeface="Arial"/>
              </a:defRPr>
            </a:lvl3pPr>
            <a:lvl4pPr algn="ctr">
              <a:defRPr sz="1425" b="0">
                <a:solidFill>
                  <a:srgbClr val="E8EEEC"/>
                </a:solidFill>
                <a:latin typeface="Arial"/>
                <a:ea typeface="Arial"/>
                <a:cs typeface="Arial"/>
              </a:defRPr>
            </a:lvl4pPr>
            <a:lvl5pPr algn="ctr">
              <a:defRPr sz="1425" b="0">
                <a:solidFill>
                  <a:srgbClr val="E8EEEC"/>
                </a:solidFill>
                <a:latin typeface="Arial"/>
                <a:ea typeface="Arial"/>
                <a:cs typeface="Arial"/>
              </a:defRPr>
            </a:lvl5pPr>
            <a:lvl6pPr algn="ctr">
              <a:defRPr sz="1425" b="0">
                <a:solidFill>
                  <a:srgbClr val="E8EEEC"/>
                </a:solidFill>
                <a:latin typeface="Arial"/>
                <a:ea typeface="Arial"/>
                <a:cs typeface="Arial"/>
              </a:defRPr>
            </a:lvl6pPr>
            <a:lvl7pPr algn="ctr">
              <a:defRPr sz="1425" b="0">
                <a:solidFill>
                  <a:srgbClr val="E8EEEC"/>
                </a:solidFill>
                <a:latin typeface="Arial"/>
                <a:ea typeface="Arial"/>
                <a:cs typeface="Arial"/>
              </a:defRPr>
            </a:lvl7pPr>
            <a:lvl8pPr algn="ctr">
              <a:defRPr sz="1425" b="0">
                <a:solidFill>
                  <a:srgbClr val="E8EEEC"/>
                </a:solidFill>
                <a:latin typeface="Arial"/>
                <a:ea typeface="Arial"/>
                <a:cs typeface="Arial"/>
              </a:defRPr>
            </a:lvl8pPr>
            <a:lvl9pPr algn="ctr">
              <a:defRPr sz="1425" b="0">
                <a:solidFill>
                  <a:srgbClr val="E8EEEC"/>
                </a:solidFill>
                <a:latin typeface="Arial"/>
                <a:ea typeface="Arial"/>
                <a:cs typeface="Arial"/>
              </a:defRPr>
            </a:lvl9pPr>
          </a:lstStyle>
          <a:p xmlns:a="http://schemas.openxmlformats.org/drawingml/2006/main">
            <a:pPr algn="ctr">
              <a:defRPr sz="1425" b="0">
                <a:solidFill>
                  <a:srgbClr val="E8EEEC"/>
                </a:solidFill>
                <a:latin typeface="Arial"/>
                <a:ea typeface="Arial"/>
                <a:cs typeface="Arial"/>
              </a:defRPr>
            </a:pPr>
            <a:r>
              <a:rPr sz="1425" b="0">
                <a:solidFill>
                  <a:srgbClr val="E8EEEC"/>
                </a:solidFill>
                <a:latin typeface="Arial"/>
                <a:ea typeface="Arial"/>
                <a:cs typeface="Arial"/>
              </a:rPr>
              <a:t>Local prototype today.</a:t>
            </a:r>
          </a:p>
          <a:p xmlns:a="http://schemas.openxmlformats.org/drawingml/2006/main">
            <a:pPr algn="ctr">
              <a:defRPr sz="1425" b="0">
                <a:solidFill>
                  <a:srgbClr val="E8EEEC"/>
                </a:solidFill>
                <a:latin typeface="Arial"/>
                <a:ea typeface="Arial"/>
                <a:cs typeface="Arial"/>
              </a:defRPr>
            </a:pPr>
            <a:r>
              <a:rPr sz="1425" b="0">
                <a:solidFill>
                  <a:srgbClr val="E8EEEC"/>
                </a:solidFill>
                <a:latin typeface="Arial"/>
                <a:ea typeface="Arial"/>
                <a:cs typeface="Arial"/>
              </a:rPr>
              <a:t>Blockchain anchoring is a future step.</a:t>
            </a:r>
          </a:p>
        </p:txBody>
      </p:sp>
      <p:sp>
        <p:nvSpPr>
          <p:cNvPr id="16" name="">
            <a:extLst xmlns:a="http://schemas.openxmlformats.org/drawingml/2006/main">
              <a:ext uri="{FF2B5EF4-FFF2-40B4-BE49-F238E27FC236}">
                <a16:creationId xmlns:a16="http://schemas.microsoft.com/office/drawing/2014/main" id="{3DAC0AEA-660B-4E9F-AC4A-BC92B41E9E5B}"/>
              </a:ext>
            </a:extLst>
          </p:cNvPr>
          <p:cNvSpPr>
            <a:spLocks xmlns:a="http://schemas.openxmlformats.org/drawingml/2006/main" noGrp="1"/>
          </p:cNvSpPr>
          <p:nvPr/>
        </p:nvSpPr>
        <p:spPr>
          <a:xfrm xmlns:a="http://schemas.openxmlformats.org/drawingml/2006/main">
            <a:off x="762000" y="6496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91A1A6"/>
                </a:solidFill>
                <a:latin typeface="Arial"/>
                <a:ea typeface="Arial"/>
                <a:cs typeface="Arial"/>
              </a:defRPr>
            </a:defPPr>
            <a:lvl1pPr algn="l">
              <a:defRPr sz="900" b="1">
                <a:solidFill>
                  <a:srgbClr val="91A1A6"/>
                </a:solidFill>
                <a:latin typeface="Arial"/>
                <a:ea typeface="Arial"/>
                <a:cs typeface="Arial"/>
              </a:defRPr>
            </a:lvl1pPr>
            <a:lvl2pPr algn="l">
              <a:defRPr sz="900" b="1">
                <a:solidFill>
                  <a:srgbClr val="91A1A6"/>
                </a:solidFill>
                <a:latin typeface="Arial"/>
                <a:ea typeface="Arial"/>
                <a:cs typeface="Arial"/>
              </a:defRPr>
            </a:lvl2pPr>
            <a:lvl3pPr algn="l">
              <a:defRPr sz="900" b="1">
                <a:solidFill>
                  <a:srgbClr val="91A1A6"/>
                </a:solidFill>
                <a:latin typeface="Arial"/>
                <a:ea typeface="Arial"/>
                <a:cs typeface="Arial"/>
              </a:defRPr>
            </a:lvl3pPr>
            <a:lvl4pPr algn="l">
              <a:defRPr sz="900" b="1">
                <a:solidFill>
                  <a:srgbClr val="91A1A6"/>
                </a:solidFill>
                <a:latin typeface="Arial"/>
                <a:ea typeface="Arial"/>
                <a:cs typeface="Arial"/>
              </a:defRPr>
            </a:lvl4pPr>
            <a:lvl5pPr algn="l">
              <a:defRPr sz="900" b="1">
                <a:solidFill>
                  <a:srgbClr val="91A1A6"/>
                </a:solidFill>
                <a:latin typeface="Arial"/>
                <a:ea typeface="Arial"/>
                <a:cs typeface="Arial"/>
              </a:defRPr>
            </a:lvl5pPr>
            <a:lvl6pPr algn="l">
              <a:defRPr sz="900" b="1">
                <a:solidFill>
                  <a:srgbClr val="91A1A6"/>
                </a:solidFill>
                <a:latin typeface="Arial"/>
                <a:ea typeface="Arial"/>
                <a:cs typeface="Arial"/>
              </a:defRPr>
            </a:lvl6pPr>
            <a:lvl7pPr algn="l">
              <a:defRPr sz="900" b="1">
                <a:solidFill>
                  <a:srgbClr val="91A1A6"/>
                </a:solidFill>
                <a:latin typeface="Arial"/>
                <a:ea typeface="Arial"/>
                <a:cs typeface="Arial"/>
              </a:defRPr>
            </a:lvl7pPr>
            <a:lvl8pPr algn="l">
              <a:defRPr sz="900" b="1">
                <a:solidFill>
                  <a:srgbClr val="91A1A6"/>
                </a:solidFill>
                <a:latin typeface="Arial"/>
                <a:ea typeface="Arial"/>
                <a:cs typeface="Arial"/>
              </a:defRPr>
            </a:lvl8pPr>
            <a:lvl9pPr algn="l">
              <a:defRPr sz="900" b="1">
                <a:solidFill>
                  <a:srgbClr val="91A1A6"/>
                </a:solidFill>
                <a:latin typeface="Arial"/>
                <a:ea typeface="Arial"/>
                <a:cs typeface="Arial"/>
              </a:defRPr>
            </a:lvl9pPr>
          </a:lstStyle>
          <a:p xmlns:a="http://schemas.openxmlformats.org/drawingml/2006/main">
            <a:pPr algn="l">
              <a:defRPr sz="900" b="1">
                <a:solidFill>
                  <a:srgbClr val="91A1A6"/>
                </a:solidFill>
                <a:latin typeface="Arial"/>
                <a:ea typeface="Arial"/>
                <a:cs typeface="Arial"/>
              </a:defRPr>
            </a:pPr>
            <a:r>
              <a:rPr sz="900" b="1">
                <a:solidFill>
                  <a:srgbClr val="91A1A6"/>
                </a:solidFill>
                <a:latin typeface="Arial"/>
                <a:ea typeface="Arial"/>
                <a:cs typeface="Arial"/>
              </a:rPr>
              <a:t>PROOFCASE  /  DIGITAL EVIDENCE VAULT</a:t>
            </a:r>
          </a:p>
        </p:txBody>
      </p:sp>
      <p:sp>
        <p:nvSpPr>
          <p:cNvPr id="17" name="">
            <a:extLst xmlns:a="http://schemas.openxmlformats.org/drawingml/2006/main">
              <a:ext uri="{FF2B5EF4-FFF2-40B4-BE49-F238E27FC236}">
                <a16:creationId xmlns:a16="http://schemas.microsoft.com/office/drawing/2014/main" id="{7A74CCD5-4126-418A-9042-361966B2C4AA}"/>
              </a:ext>
            </a:extLst>
          </p:cNvPr>
          <p:cNvSpPr>
            <a:spLocks xmlns:a="http://schemas.openxmlformats.org/drawingml/2006/main" noGrp="1"/>
          </p:cNvSpPr>
          <p:nvPr/>
        </p:nvSpPr>
        <p:spPr>
          <a:xfrm xmlns:a="http://schemas.openxmlformats.org/drawingml/2006/main">
            <a:off x="10668000" y="649605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91A1A6"/>
                </a:solidFill>
                <a:latin typeface="Arial"/>
                <a:ea typeface="Arial"/>
                <a:cs typeface="Arial"/>
              </a:defRPr>
            </a:defPPr>
            <a:lvl1pPr algn="r">
              <a:defRPr sz="900" b="0">
                <a:solidFill>
                  <a:srgbClr val="91A1A6"/>
                </a:solidFill>
                <a:latin typeface="Arial"/>
                <a:ea typeface="Arial"/>
                <a:cs typeface="Arial"/>
              </a:defRPr>
            </a:lvl1pPr>
            <a:lvl2pPr algn="r">
              <a:defRPr sz="900" b="0">
                <a:solidFill>
                  <a:srgbClr val="91A1A6"/>
                </a:solidFill>
                <a:latin typeface="Arial"/>
                <a:ea typeface="Arial"/>
                <a:cs typeface="Arial"/>
              </a:defRPr>
            </a:lvl2pPr>
            <a:lvl3pPr algn="r">
              <a:defRPr sz="900" b="0">
                <a:solidFill>
                  <a:srgbClr val="91A1A6"/>
                </a:solidFill>
                <a:latin typeface="Arial"/>
                <a:ea typeface="Arial"/>
                <a:cs typeface="Arial"/>
              </a:defRPr>
            </a:lvl3pPr>
            <a:lvl4pPr algn="r">
              <a:defRPr sz="900" b="0">
                <a:solidFill>
                  <a:srgbClr val="91A1A6"/>
                </a:solidFill>
                <a:latin typeface="Arial"/>
                <a:ea typeface="Arial"/>
                <a:cs typeface="Arial"/>
              </a:defRPr>
            </a:lvl4pPr>
            <a:lvl5pPr algn="r">
              <a:defRPr sz="900" b="0">
                <a:solidFill>
                  <a:srgbClr val="91A1A6"/>
                </a:solidFill>
                <a:latin typeface="Arial"/>
                <a:ea typeface="Arial"/>
                <a:cs typeface="Arial"/>
              </a:defRPr>
            </a:lvl5pPr>
            <a:lvl6pPr algn="r">
              <a:defRPr sz="900" b="0">
                <a:solidFill>
                  <a:srgbClr val="91A1A6"/>
                </a:solidFill>
                <a:latin typeface="Arial"/>
                <a:ea typeface="Arial"/>
                <a:cs typeface="Arial"/>
              </a:defRPr>
            </a:lvl6pPr>
            <a:lvl7pPr algn="r">
              <a:defRPr sz="900" b="0">
                <a:solidFill>
                  <a:srgbClr val="91A1A6"/>
                </a:solidFill>
                <a:latin typeface="Arial"/>
                <a:ea typeface="Arial"/>
                <a:cs typeface="Arial"/>
              </a:defRPr>
            </a:lvl7pPr>
            <a:lvl8pPr algn="r">
              <a:defRPr sz="900" b="0">
                <a:solidFill>
                  <a:srgbClr val="91A1A6"/>
                </a:solidFill>
                <a:latin typeface="Arial"/>
                <a:ea typeface="Arial"/>
                <a:cs typeface="Arial"/>
              </a:defRPr>
            </a:lvl8pPr>
            <a:lvl9pPr algn="r">
              <a:defRPr sz="900" b="0">
                <a:solidFill>
                  <a:srgbClr val="91A1A6"/>
                </a:solidFill>
                <a:latin typeface="Arial"/>
                <a:ea typeface="Arial"/>
                <a:cs typeface="Arial"/>
              </a:defRPr>
            </a:lvl9pPr>
          </a:lstStyle>
          <a:p xmlns:a="http://schemas.openxmlformats.org/drawingml/2006/main">
            <a:pPr algn="r">
              <a:defRPr sz="900" b="0">
                <a:solidFill>
                  <a:srgbClr val="91A1A6"/>
                </a:solidFill>
                <a:latin typeface="Arial"/>
                <a:ea typeface="Arial"/>
                <a:cs typeface="Arial"/>
              </a:defRPr>
            </a:pPr>
            <a:r>
              <a:rPr sz="900" b="0">
                <a:solidFill>
                  <a:srgbClr val="91A1A6"/>
                </a:solidFill>
                <a:latin typeface="Arial"/>
                <a:ea typeface="Arial"/>
                <a:cs typeface="Arial"/>
              </a:rPr>
              <a:t>01 / 10</a:t>
            </a:r>
          </a:p>
        </p:txBody>
      </p:sp>
    </p:spTree>
    <p:extLst>
      <p:ext uri="{BB962C8B-B14F-4D97-AF65-F5344CB8AC3E}">
        <p14:creationId xmlns:p14="http://schemas.microsoft.com/office/powerpoint/2010/main" val="1048165497"/>
      </p:ext>
    </p:extLst>
  </p:cSld>
</p:sld>
</file>

<file path=ppt/slides/slide2.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445EFBF-922F-468E-93A7-E9F5B0C79E28}"/>
              </a:ext>
            </a:extLst>
          </p:cNvPr>
          <p:cNvSpPr>
            <a:spLocks xmlns:a="http://schemas.openxmlformats.org/drawingml/2006/main" noGrp="1"/>
          </p:cNvSpPr>
          <p:nvPr/>
        </p:nvSpPr>
        <p:spPr>
          <a:xfrm xmlns:a="http://schemas.openxmlformats.org/drawingml/2006/main">
            <a:off x="762000" y="638175"/>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01D26"/>
                </a:solidFill>
                <a:latin typeface="Arial"/>
                <a:ea typeface="Arial"/>
                <a:cs typeface="Arial"/>
              </a:defRPr>
            </a:defPPr>
            <a:lvl1pPr algn="l">
              <a:defRPr sz="3225" b="1">
                <a:solidFill>
                  <a:srgbClr val="101D26"/>
                </a:solidFill>
                <a:latin typeface="Arial"/>
                <a:ea typeface="Arial"/>
                <a:cs typeface="Arial"/>
              </a:defRPr>
            </a:lvl1pPr>
            <a:lvl2pPr algn="l">
              <a:defRPr sz="3225" b="1">
                <a:solidFill>
                  <a:srgbClr val="101D26"/>
                </a:solidFill>
                <a:latin typeface="Arial"/>
                <a:ea typeface="Arial"/>
                <a:cs typeface="Arial"/>
              </a:defRPr>
            </a:lvl2pPr>
            <a:lvl3pPr algn="l">
              <a:defRPr sz="3225" b="1">
                <a:solidFill>
                  <a:srgbClr val="101D26"/>
                </a:solidFill>
                <a:latin typeface="Arial"/>
                <a:ea typeface="Arial"/>
                <a:cs typeface="Arial"/>
              </a:defRPr>
            </a:lvl3pPr>
            <a:lvl4pPr algn="l">
              <a:defRPr sz="3225" b="1">
                <a:solidFill>
                  <a:srgbClr val="101D26"/>
                </a:solidFill>
                <a:latin typeface="Arial"/>
                <a:ea typeface="Arial"/>
                <a:cs typeface="Arial"/>
              </a:defRPr>
            </a:lvl4pPr>
            <a:lvl5pPr algn="l">
              <a:defRPr sz="3225" b="1">
                <a:solidFill>
                  <a:srgbClr val="101D26"/>
                </a:solidFill>
                <a:latin typeface="Arial"/>
                <a:ea typeface="Arial"/>
                <a:cs typeface="Arial"/>
              </a:defRPr>
            </a:lvl5pPr>
            <a:lvl6pPr algn="l">
              <a:defRPr sz="3225" b="1">
                <a:solidFill>
                  <a:srgbClr val="101D26"/>
                </a:solidFill>
                <a:latin typeface="Arial"/>
                <a:ea typeface="Arial"/>
                <a:cs typeface="Arial"/>
              </a:defRPr>
            </a:lvl6pPr>
            <a:lvl7pPr algn="l">
              <a:defRPr sz="3225" b="1">
                <a:solidFill>
                  <a:srgbClr val="101D26"/>
                </a:solidFill>
                <a:latin typeface="Arial"/>
                <a:ea typeface="Arial"/>
                <a:cs typeface="Arial"/>
              </a:defRPr>
            </a:lvl7pPr>
            <a:lvl8pPr algn="l">
              <a:defRPr sz="3225" b="1">
                <a:solidFill>
                  <a:srgbClr val="101D26"/>
                </a:solidFill>
                <a:latin typeface="Arial"/>
                <a:ea typeface="Arial"/>
                <a:cs typeface="Arial"/>
              </a:defRPr>
            </a:lvl8pPr>
            <a:lvl9pPr algn="l">
              <a:defRPr sz="3225" b="1">
                <a:solidFill>
                  <a:srgbClr val="101D26"/>
                </a:solidFill>
                <a:latin typeface="Arial"/>
                <a:ea typeface="Arial"/>
                <a:cs typeface="Arial"/>
              </a:defRPr>
            </a:lvl9pPr>
          </a:lstStyle>
          <a:p xmlns:a="http://schemas.openxmlformats.org/drawingml/2006/main">
            <a:pPr algn="l">
              <a:defRPr sz="3225" b="1">
                <a:solidFill>
                  <a:srgbClr val="101D26"/>
                </a:solidFill>
                <a:latin typeface="Arial"/>
                <a:ea typeface="Arial"/>
                <a:cs typeface="Arial"/>
              </a:defRPr>
            </a:pPr>
            <a:r>
              <a:rPr sz="3225" b="1">
                <a:solidFill>
                  <a:srgbClr val="101D26"/>
                </a:solidFill>
                <a:latin typeface="Arial"/>
                <a:ea typeface="Arial"/>
                <a:cs typeface="Arial"/>
              </a:rPr>
              <a:t>Evidence needs a reliable history</a:t>
            </a:r>
          </a:p>
        </p:txBody>
      </p:sp>
      <p:sp>
        <p:nvSpPr>
          <p:cNvPr id="2" name="">
            <a:extLst xmlns:a="http://schemas.openxmlformats.org/drawingml/2006/main">
              <a:ext uri="{FF2B5EF4-FFF2-40B4-BE49-F238E27FC236}">
                <a16:creationId xmlns:a16="http://schemas.microsoft.com/office/drawing/2014/main" id="{75EA46AE-EFCB-46FB-8DFC-668E0BD43BCC}"/>
              </a:ext>
            </a:extLst>
          </p:cNvPr>
          <p:cNvSpPr>
            <a:spLocks xmlns:a="http://schemas.openxmlformats.org/drawingml/2006/main" noGrp="1"/>
          </p:cNvSpPr>
          <p:nvPr/>
        </p:nvSpPr>
        <p:spPr>
          <a:xfrm xmlns:a="http://schemas.openxmlformats.org/drawingml/2006/main">
            <a:off x="781050" y="12573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6757D"/>
                </a:solidFill>
                <a:latin typeface="Arial"/>
                <a:ea typeface="Arial"/>
                <a:cs typeface="Arial"/>
              </a:defRPr>
            </a:defPPr>
            <a:lvl1pPr algn="l">
              <a:defRPr sz="1575" b="0">
                <a:solidFill>
                  <a:srgbClr val="66757D"/>
                </a:solidFill>
                <a:latin typeface="Arial"/>
                <a:ea typeface="Arial"/>
                <a:cs typeface="Arial"/>
              </a:defRPr>
            </a:lvl1pPr>
            <a:lvl2pPr algn="l">
              <a:defRPr sz="1575" b="0">
                <a:solidFill>
                  <a:srgbClr val="66757D"/>
                </a:solidFill>
                <a:latin typeface="Arial"/>
                <a:ea typeface="Arial"/>
                <a:cs typeface="Arial"/>
              </a:defRPr>
            </a:lvl2pPr>
            <a:lvl3pPr algn="l">
              <a:defRPr sz="1575" b="0">
                <a:solidFill>
                  <a:srgbClr val="66757D"/>
                </a:solidFill>
                <a:latin typeface="Arial"/>
                <a:ea typeface="Arial"/>
                <a:cs typeface="Arial"/>
              </a:defRPr>
            </a:lvl3pPr>
            <a:lvl4pPr algn="l">
              <a:defRPr sz="1575" b="0">
                <a:solidFill>
                  <a:srgbClr val="66757D"/>
                </a:solidFill>
                <a:latin typeface="Arial"/>
                <a:ea typeface="Arial"/>
                <a:cs typeface="Arial"/>
              </a:defRPr>
            </a:lvl4pPr>
            <a:lvl5pPr algn="l">
              <a:defRPr sz="1575" b="0">
                <a:solidFill>
                  <a:srgbClr val="66757D"/>
                </a:solidFill>
                <a:latin typeface="Arial"/>
                <a:ea typeface="Arial"/>
                <a:cs typeface="Arial"/>
              </a:defRPr>
            </a:lvl5pPr>
            <a:lvl6pPr algn="l">
              <a:defRPr sz="1575" b="0">
                <a:solidFill>
                  <a:srgbClr val="66757D"/>
                </a:solidFill>
                <a:latin typeface="Arial"/>
                <a:ea typeface="Arial"/>
                <a:cs typeface="Arial"/>
              </a:defRPr>
            </a:lvl6pPr>
            <a:lvl7pPr algn="l">
              <a:defRPr sz="1575" b="0">
                <a:solidFill>
                  <a:srgbClr val="66757D"/>
                </a:solidFill>
                <a:latin typeface="Arial"/>
                <a:ea typeface="Arial"/>
                <a:cs typeface="Arial"/>
              </a:defRPr>
            </a:lvl7pPr>
            <a:lvl8pPr algn="l">
              <a:defRPr sz="1575" b="0">
                <a:solidFill>
                  <a:srgbClr val="66757D"/>
                </a:solidFill>
                <a:latin typeface="Arial"/>
                <a:ea typeface="Arial"/>
                <a:cs typeface="Arial"/>
              </a:defRPr>
            </a:lvl8pPr>
            <a:lvl9pPr algn="l">
              <a:defRPr sz="1575" b="0">
                <a:solidFill>
                  <a:srgbClr val="66757D"/>
                </a:solidFill>
                <a:latin typeface="Arial"/>
                <a:ea typeface="Arial"/>
                <a:cs typeface="Arial"/>
              </a:defRPr>
            </a:lvl9pPr>
          </a:lstStyle>
          <a:p xmlns:a="http://schemas.openxmlformats.org/drawingml/2006/main">
            <a:pPr algn="l">
              <a:defRPr sz="1575" b="0">
                <a:solidFill>
                  <a:srgbClr val="66757D"/>
                </a:solidFill>
                <a:latin typeface="Arial"/>
                <a:ea typeface="Arial"/>
                <a:cs typeface="Arial"/>
              </a:defRPr>
            </a:pPr>
            <a:r>
              <a:rPr sz="1575" b="0">
                <a:solidFill>
                  <a:srgbClr val="66757D"/>
                </a:solidFill>
                <a:latin typeface="Arial"/>
                <a:ea typeface="Arial"/>
                <a:cs typeface="Arial"/>
              </a:rPr>
              <a:t>A file is useful only when its identity and handling context stay with it.</a:t>
            </a:r>
          </a:p>
        </p:txBody>
      </p:sp>
      <p:sp>
        <p:nvSpPr>
          <p:cNvPr id="3" name="">
            <a:extLst xmlns:a="http://schemas.openxmlformats.org/drawingml/2006/main">
              <a:ext uri="{FF2B5EF4-FFF2-40B4-BE49-F238E27FC236}">
                <a16:creationId xmlns:a16="http://schemas.microsoft.com/office/drawing/2014/main" id="{3836A3DD-50F9-4958-8488-4237AB949DCD}"/>
              </a:ext>
            </a:extLst>
          </p:cNvPr>
          <p:cNvSpPr>
            <a:spLocks xmlns:a="http://schemas.openxmlformats.org/drawingml/2006/main" noGrp="1"/>
          </p:cNvSpPr>
          <p:nvPr/>
        </p:nvSpPr>
        <p:spPr>
          <a:xfrm xmlns:a="http://schemas.openxmlformats.org/drawingml/2006/main">
            <a:off x="781050" y="22383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6757D"/>
                </a:solidFill>
                <a:latin typeface="Arial"/>
                <a:ea typeface="Arial"/>
                <a:cs typeface="Arial"/>
              </a:defRPr>
            </a:defPPr>
            <a:lvl1pPr algn="l">
              <a:defRPr sz="1050" b="1">
                <a:solidFill>
                  <a:srgbClr val="66757D"/>
                </a:solidFill>
                <a:latin typeface="Arial"/>
                <a:ea typeface="Arial"/>
                <a:cs typeface="Arial"/>
              </a:defRPr>
            </a:lvl1pPr>
            <a:lvl2pPr algn="l">
              <a:defRPr sz="1050" b="1">
                <a:solidFill>
                  <a:srgbClr val="66757D"/>
                </a:solidFill>
                <a:latin typeface="Arial"/>
                <a:ea typeface="Arial"/>
                <a:cs typeface="Arial"/>
              </a:defRPr>
            </a:lvl2pPr>
            <a:lvl3pPr algn="l">
              <a:defRPr sz="1050" b="1">
                <a:solidFill>
                  <a:srgbClr val="66757D"/>
                </a:solidFill>
                <a:latin typeface="Arial"/>
                <a:ea typeface="Arial"/>
                <a:cs typeface="Arial"/>
              </a:defRPr>
            </a:lvl3pPr>
            <a:lvl4pPr algn="l">
              <a:defRPr sz="1050" b="1">
                <a:solidFill>
                  <a:srgbClr val="66757D"/>
                </a:solidFill>
                <a:latin typeface="Arial"/>
                <a:ea typeface="Arial"/>
                <a:cs typeface="Arial"/>
              </a:defRPr>
            </a:lvl4pPr>
            <a:lvl5pPr algn="l">
              <a:defRPr sz="1050" b="1">
                <a:solidFill>
                  <a:srgbClr val="66757D"/>
                </a:solidFill>
                <a:latin typeface="Arial"/>
                <a:ea typeface="Arial"/>
                <a:cs typeface="Arial"/>
              </a:defRPr>
            </a:lvl5pPr>
            <a:lvl6pPr algn="l">
              <a:defRPr sz="1050" b="1">
                <a:solidFill>
                  <a:srgbClr val="66757D"/>
                </a:solidFill>
                <a:latin typeface="Arial"/>
                <a:ea typeface="Arial"/>
                <a:cs typeface="Arial"/>
              </a:defRPr>
            </a:lvl6pPr>
            <a:lvl7pPr algn="l">
              <a:defRPr sz="1050" b="1">
                <a:solidFill>
                  <a:srgbClr val="66757D"/>
                </a:solidFill>
                <a:latin typeface="Arial"/>
                <a:ea typeface="Arial"/>
                <a:cs typeface="Arial"/>
              </a:defRPr>
            </a:lvl7pPr>
            <a:lvl8pPr algn="l">
              <a:defRPr sz="1050" b="1">
                <a:solidFill>
                  <a:srgbClr val="66757D"/>
                </a:solidFill>
                <a:latin typeface="Arial"/>
                <a:ea typeface="Arial"/>
                <a:cs typeface="Arial"/>
              </a:defRPr>
            </a:lvl8pPr>
            <a:lvl9pPr algn="l">
              <a:defRPr sz="1050" b="1">
                <a:solidFill>
                  <a:srgbClr val="66757D"/>
                </a:solidFill>
                <a:latin typeface="Arial"/>
                <a:ea typeface="Arial"/>
                <a:cs typeface="Arial"/>
              </a:defRPr>
            </a:lvl9pPr>
          </a:lstStyle>
          <a:p xmlns:a="http://schemas.openxmlformats.org/drawingml/2006/main">
            <a:pPr algn="l">
              <a:defRPr sz="1050" b="1">
                <a:solidFill>
                  <a:srgbClr val="66757D"/>
                </a:solidFill>
                <a:latin typeface="Arial"/>
                <a:ea typeface="Arial"/>
                <a:cs typeface="Arial"/>
              </a:defRPr>
            </a:pPr>
            <a:r>
              <a:rPr sz="1050" b="1">
                <a:solidFill>
                  <a:srgbClr val="66757D"/>
                </a:solidFill>
                <a:latin typeface="Arial"/>
                <a:ea typeface="Arial"/>
                <a:cs typeface="Arial"/>
              </a:rPr>
              <a:t>01 / IDENTITY</a:t>
            </a:r>
          </a:p>
        </p:txBody>
      </p:sp>
      <p:sp>
        <p:nvSpPr>
          <p:cNvPr id="4" name="">
            <a:extLst xmlns:a="http://schemas.openxmlformats.org/drawingml/2006/main">
              <a:ext uri="{FF2B5EF4-FFF2-40B4-BE49-F238E27FC236}">
                <a16:creationId xmlns:a16="http://schemas.microsoft.com/office/drawing/2014/main" id="{24199816-14A7-4021-95B2-387D12A5E2C0}"/>
              </a:ext>
            </a:extLst>
          </p:cNvPr>
          <p:cNvSpPr>
            <a:spLocks xmlns:a="http://schemas.openxmlformats.org/drawingml/2006/main" noGrp="1"/>
          </p:cNvSpPr>
          <p:nvPr/>
        </p:nvSpPr>
        <p:spPr>
          <a:xfrm xmlns:a="http://schemas.openxmlformats.org/drawingml/2006/main">
            <a:off x="781050" y="25908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01D26"/>
                </a:solidFill>
                <a:latin typeface="Arial"/>
                <a:ea typeface="Arial"/>
                <a:cs typeface="Arial"/>
              </a:defRPr>
            </a:defPPr>
            <a:lvl1pPr algn="l">
              <a:defRPr sz="2175" b="1">
                <a:solidFill>
                  <a:srgbClr val="101D26"/>
                </a:solidFill>
                <a:latin typeface="Arial"/>
                <a:ea typeface="Arial"/>
                <a:cs typeface="Arial"/>
              </a:defRPr>
            </a:lvl1pPr>
            <a:lvl2pPr algn="l">
              <a:defRPr sz="2175" b="1">
                <a:solidFill>
                  <a:srgbClr val="101D26"/>
                </a:solidFill>
                <a:latin typeface="Arial"/>
                <a:ea typeface="Arial"/>
                <a:cs typeface="Arial"/>
              </a:defRPr>
            </a:lvl2pPr>
            <a:lvl3pPr algn="l">
              <a:defRPr sz="2175" b="1">
                <a:solidFill>
                  <a:srgbClr val="101D26"/>
                </a:solidFill>
                <a:latin typeface="Arial"/>
                <a:ea typeface="Arial"/>
                <a:cs typeface="Arial"/>
              </a:defRPr>
            </a:lvl3pPr>
            <a:lvl4pPr algn="l">
              <a:defRPr sz="2175" b="1">
                <a:solidFill>
                  <a:srgbClr val="101D26"/>
                </a:solidFill>
                <a:latin typeface="Arial"/>
                <a:ea typeface="Arial"/>
                <a:cs typeface="Arial"/>
              </a:defRPr>
            </a:lvl4pPr>
            <a:lvl5pPr algn="l">
              <a:defRPr sz="2175" b="1">
                <a:solidFill>
                  <a:srgbClr val="101D26"/>
                </a:solidFill>
                <a:latin typeface="Arial"/>
                <a:ea typeface="Arial"/>
                <a:cs typeface="Arial"/>
              </a:defRPr>
            </a:lvl5pPr>
            <a:lvl6pPr algn="l">
              <a:defRPr sz="2175" b="1">
                <a:solidFill>
                  <a:srgbClr val="101D26"/>
                </a:solidFill>
                <a:latin typeface="Arial"/>
                <a:ea typeface="Arial"/>
                <a:cs typeface="Arial"/>
              </a:defRPr>
            </a:lvl6pPr>
            <a:lvl7pPr algn="l">
              <a:defRPr sz="2175" b="1">
                <a:solidFill>
                  <a:srgbClr val="101D26"/>
                </a:solidFill>
                <a:latin typeface="Arial"/>
                <a:ea typeface="Arial"/>
                <a:cs typeface="Arial"/>
              </a:defRPr>
            </a:lvl7pPr>
            <a:lvl8pPr algn="l">
              <a:defRPr sz="2175" b="1">
                <a:solidFill>
                  <a:srgbClr val="101D26"/>
                </a:solidFill>
                <a:latin typeface="Arial"/>
                <a:ea typeface="Arial"/>
                <a:cs typeface="Arial"/>
              </a:defRPr>
            </a:lvl8pPr>
            <a:lvl9pPr algn="l">
              <a:defRPr sz="2175" b="1">
                <a:solidFill>
                  <a:srgbClr val="101D26"/>
                </a:solidFill>
                <a:latin typeface="Arial"/>
                <a:ea typeface="Arial"/>
                <a:cs typeface="Arial"/>
              </a:defRPr>
            </a:lvl9pPr>
          </a:lstStyle>
          <a:p xmlns:a="http://schemas.openxmlformats.org/drawingml/2006/main">
            <a:pPr algn="l">
              <a:defRPr sz="2175" b="1">
                <a:solidFill>
                  <a:srgbClr val="101D26"/>
                </a:solidFill>
                <a:latin typeface="Arial"/>
                <a:ea typeface="Arial"/>
                <a:cs typeface="Arial"/>
              </a:defRPr>
            </a:pPr>
            <a:r>
              <a:rPr sz="2175" b="1">
                <a:solidFill>
                  <a:srgbClr val="101D26"/>
                </a:solidFill>
                <a:latin typeface="Arial"/>
                <a:ea typeface="Arial"/>
                <a:cs typeface="Arial"/>
              </a:rPr>
              <a:t>Which file?</a:t>
            </a:r>
          </a:p>
        </p:txBody>
      </p:sp>
      <p:sp>
        <p:nvSpPr>
          <p:cNvPr id="5" name="">
            <a:extLst xmlns:a="http://schemas.openxmlformats.org/drawingml/2006/main">
              <a:ext uri="{FF2B5EF4-FFF2-40B4-BE49-F238E27FC236}">
                <a16:creationId xmlns:a16="http://schemas.microsoft.com/office/drawing/2014/main" id="{F42035E6-3973-4975-8492-4EED81E3879E}"/>
              </a:ext>
            </a:extLst>
          </p:cNvPr>
          <p:cNvSpPr>
            <a:spLocks xmlns:a="http://schemas.openxmlformats.org/drawingml/2006/main" noGrp="1"/>
          </p:cNvSpPr>
          <p:nvPr/>
        </p:nvSpPr>
        <p:spPr>
          <a:xfrm xmlns:a="http://schemas.openxmlformats.org/drawingml/2006/main">
            <a:off x="781050" y="3209925"/>
            <a:ext cx="29051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8242B"/>
                </a:solidFill>
                <a:latin typeface="Arial"/>
                <a:ea typeface="Arial"/>
                <a:cs typeface="Arial"/>
              </a:defRPr>
            </a:defPPr>
            <a:lvl1pPr algn="l">
              <a:defRPr sz="1575" b="0">
                <a:solidFill>
                  <a:srgbClr val="18242B"/>
                </a:solidFill>
                <a:latin typeface="Arial"/>
                <a:ea typeface="Arial"/>
                <a:cs typeface="Arial"/>
              </a:defRPr>
            </a:lvl1pPr>
            <a:lvl2pPr algn="l">
              <a:defRPr sz="1575" b="0">
                <a:solidFill>
                  <a:srgbClr val="18242B"/>
                </a:solidFill>
                <a:latin typeface="Arial"/>
                <a:ea typeface="Arial"/>
                <a:cs typeface="Arial"/>
              </a:defRPr>
            </a:lvl2pPr>
            <a:lvl3pPr algn="l">
              <a:defRPr sz="1575" b="0">
                <a:solidFill>
                  <a:srgbClr val="18242B"/>
                </a:solidFill>
                <a:latin typeface="Arial"/>
                <a:ea typeface="Arial"/>
                <a:cs typeface="Arial"/>
              </a:defRPr>
            </a:lvl3pPr>
            <a:lvl4pPr algn="l">
              <a:defRPr sz="1575" b="0">
                <a:solidFill>
                  <a:srgbClr val="18242B"/>
                </a:solidFill>
                <a:latin typeface="Arial"/>
                <a:ea typeface="Arial"/>
                <a:cs typeface="Arial"/>
              </a:defRPr>
            </a:lvl4pPr>
            <a:lvl5pPr algn="l">
              <a:defRPr sz="1575" b="0">
                <a:solidFill>
                  <a:srgbClr val="18242B"/>
                </a:solidFill>
                <a:latin typeface="Arial"/>
                <a:ea typeface="Arial"/>
                <a:cs typeface="Arial"/>
              </a:defRPr>
            </a:lvl5pPr>
            <a:lvl6pPr algn="l">
              <a:defRPr sz="1575" b="0">
                <a:solidFill>
                  <a:srgbClr val="18242B"/>
                </a:solidFill>
                <a:latin typeface="Arial"/>
                <a:ea typeface="Arial"/>
                <a:cs typeface="Arial"/>
              </a:defRPr>
            </a:lvl6pPr>
            <a:lvl7pPr algn="l">
              <a:defRPr sz="1575" b="0">
                <a:solidFill>
                  <a:srgbClr val="18242B"/>
                </a:solidFill>
                <a:latin typeface="Arial"/>
                <a:ea typeface="Arial"/>
                <a:cs typeface="Arial"/>
              </a:defRPr>
            </a:lvl7pPr>
            <a:lvl8pPr algn="l">
              <a:defRPr sz="1575" b="0">
                <a:solidFill>
                  <a:srgbClr val="18242B"/>
                </a:solidFill>
                <a:latin typeface="Arial"/>
                <a:ea typeface="Arial"/>
                <a:cs typeface="Arial"/>
              </a:defRPr>
            </a:lvl8pPr>
            <a:lvl9pPr algn="l">
              <a:defRPr sz="1575" b="0">
                <a:solidFill>
                  <a:srgbClr val="18242B"/>
                </a:solidFill>
                <a:latin typeface="Arial"/>
                <a:ea typeface="Arial"/>
                <a:cs typeface="Arial"/>
              </a:defRPr>
            </a:lvl9pPr>
          </a:lstStyle>
          <a:p xmlns:a="http://schemas.openxmlformats.org/drawingml/2006/main">
            <a:pPr algn="l">
              <a:defRPr sz="1575" b="0">
                <a:solidFill>
                  <a:srgbClr val="18242B"/>
                </a:solidFill>
                <a:latin typeface="Arial"/>
                <a:ea typeface="Arial"/>
                <a:cs typeface="Arial"/>
              </a:defRPr>
            </a:pPr>
            <a:r>
              <a:rPr sz="1575" b="0">
                <a:solidFill>
                  <a:srgbClr val="18242B"/>
                </a:solidFill>
                <a:latin typeface="Arial"/>
                <a:ea typeface="Arial"/>
                <a:cs typeface="Arial"/>
              </a:rPr>
              <a:t>Names can be changed. A cryptographic fingerprint gives the file contents a repeatable identifier.</a:t>
            </a:r>
          </a:p>
        </p:txBody>
      </p:sp>
      <p:sp>
        <p:nvSpPr>
          <p:cNvPr id="6" name="">
            <a:extLst xmlns:a="http://schemas.openxmlformats.org/drawingml/2006/main">
              <a:ext uri="{FF2B5EF4-FFF2-40B4-BE49-F238E27FC236}">
                <a16:creationId xmlns:a16="http://schemas.microsoft.com/office/drawing/2014/main" id="{499CC06F-B3DA-4ACD-91CF-98FAE92553CE}"/>
              </a:ext>
            </a:extLst>
          </p:cNvPr>
          <p:cNvSpPr>
            <a:spLocks xmlns:a="http://schemas.openxmlformats.org/drawingml/2006/main" noGrp="1"/>
          </p:cNvSpPr>
          <p:nvPr/>
        </p:nvSpPr>
        <p:spPr>
          <a:xfrm xmlns:a="http://schemas.openxmlformats.org/drawingml/2006/main">
            <a:off x="4019550" y="2238375"/>
            <a:ext cx="9525" cy="2333625"/>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1C00430-00BA-4C2F-9F49-3ECC6764C6A1}"/>
              </a:ext>
            </a:extLst>
          </p:cNvPr>
          <p:cNvSpPr>
            <a:spLocks xmlns:a="http://schemas.openxmlformats.org/drawingml/2006/main" noGrp="1"/>
          </p:cNvSpPr>
          <p:nvPr/>
        </p:nvSpPr>
        <p:spPr>
          <a:xfrm xmlns:a="http://schemas.openxmlformats.org/drawingml/2006/main">
            <a:off x="4429125" y="22383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6757D"/>
                </a:solidFill>
                <a:latin typeface="Arial"/>
                <a:ea typeface="Arial"/>
                <a:cs typeface="Arial"/>
              </a:defRPr>
            </a:defPPr>
            <a:lvl1pPr algn="l">
              <a:defRPr sz="1050" b="1">
                <a:solidFill>
                  <a:srgbClr val="66757D"/>
                </a:solidFill>
                <a:latin typeface="Arial"/>
                <a:ea typeface="Arial"/>
                <a:cs typeface="Arial"/>
              </a:defRPr>
            </a:lvl1pPr>
            <a:lvl2pPr algn="l">
              <a:defRPr sz="1050" b="1">
                <a:solidFill>
                  <a:srgbClr val="66757D"/>
                </a:solidFill>
                <a:latin typeface="Arial"/>
                <a:ea typeface="Arial"/>
                <a:cs typeface="Arial"/>
              </a:defRPr>
            </a:lvl2pPr>
            <a:lvl3pPr algn="l">
              <a:defRPr sz="1050" b="1">
                <a:solidFill>
                  <a:srgbClr val="66757D"/>
                </a:solidFill>
                <a:latin typeface="Arial"/>
                <a:ea typeface="Arial"/>
                <a:cs typeface="Arial"/>
              </a:defRPr>
            </a:lvl3pPr>
            <a:lvl4pPr algn="l">
              <a:defRPr sz="1050" b="1">
                <a:solidFill>
                  <a:srgbClr val="66757D"/>
                </a:solidFill>
                <a:latin typeface="Arial"/>
                <a:ea typeface="Arial"/>
                <a:cs typeface="Arial"/>
              </a:defRPr>
            </a:lvl4pPr>
            <a:lvl5pPr algn="l">
              <a:defRPr sz="1050" b="1">
                <a:solidFill>
                  <a:srgbClr val="66757D"/>
                </a:solidFill>
                <a:latin typeface="Arial"/>
                <a:ea typeface="Arial"/>
                <a:cs typeface="Arial"/>
              </a:defRPr>
            </a:lvl5pPr>
            <a:lvl6pPr algn="l">
              <a:defRPr sz="1050" b="1">
                <a:solidFill>
                  <a:srgbClr val="66757D"/>
                </a:solidFill>
                <a:latin typeface="Arial"/>
                <a:ea typeface="Arial"/>
                <a:cs typeface="Arial"/>
              </a:defRPr>
            </a:lvl6pPr>
            <a:lvl7pPr algn="l">
              <a:defRPr sz="1050" b="1">
                <a:solidFill>
                  <a:srgbClr val="66757D"/>
                </a:solidFill>
                <a:latin typeface="Arial"/>
                <a:ea typeface="Arial"/>
                <a:cs typeface="Arial"/>
              </a:defRPr>
            </a:lvl7pPr>
            <a:lvl8pPr algn="l">
              <a:defRPr sz="1050" b="1">
                <a:solidFill>
                  <a:srgbClr val="66757D"/>
                </a:solidFill>
                <a:latin typeface="Arial"/>
                <a:ea typeface="Arial"/>
                <a:cs typeface="Arial"/>
              </a:defRPr>
            </a:lvl8pPr>
            <a:lvl9pPr algn="l">
              <a:defRPr sz="1050" b="1">
                <a:solidFill>
                  <a:srgbClr val="66757D"/>
                </a:solidFill>
                <a:latin typeface="Arial"/>
                <a:ea typeface="Arial"/>
                <a:cs typeface="Arial"/>
              </a:defRPr>
            </a:lvl9pPr>
          </a:lstStyle>
          <a:p xmlns:a="http://schemas.openxmlformats.org/drawingml/2006/main">
            <a:pPr algn="l">
              <a:defRPr sz="1050" b="1">
                <a:solidFill>
                  <a:srgbClr val="66757D"/>
                </a:solidFill>
                <a:latin typeface="Arial"/>
                <a:ea typeface="Arial"/>
                <a:cs typeface="Arial"/>
              </a:defRPr>
            </a:pPr>
            <a:r>
              <a:rPr sz="1050" b="1">
                <a:solidFill>
                  <a:srgbClr val="66757D"/>
                </a:solidFill>
                <a:latin typeface="Arial"/>
                <a:ea typeface="Arial"/>
                <a:cs typeface="Arial"/>
              </a:rPr>
              <a:t>02 / INTEGRITY</a:t>
            </a:r>
          </a:p>
        </p:txBody>
      </p:sp>
      <p:sp>
        <p:nvSpPr>
          <p:cNvPr id="8" name="">
            <a:extLst xmlns:a="http://schemas.openxmlformats.org/drawingml/2006/main">
              <a:ext uri="{FF2B5EF4-FFF2-40B4-BE49-F238E27FC236}">
                <a16:creationId xmlns:a16="http://schemas.microsoft.com/office/drawing/2014/main" id="{7A2A2635-5E29-4D87-86D3-F3DDA645EE62}"/>
              </a:ext>
            </a:extLst>
          </p:cNvPr>
          <p:cNvSpPr>
            <a:spLocks xmlns:a="http://schemas.openxmlformats.org/drawingml/2006/main" noGrp="1"/>
          </p:cNvSpPr>
          <p:nvPr/>
        </p:nvSpPr>
        <p:spPr>
          <a:xfrm xmlns:a="http://schemas.openxmlformats.org/drawingml/2006/main">
            <a:off x="4429125" y="25908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01D26"/>
                </a:solidFill>
                <a:latin typeface="Arial"/>
                <a:ea typeface="Arial"/>
                <a:cs typeface="Arial"/>
              </a:defRPr>
            </a:defPPr>
            <a:lvl1pPr algn="l">
              <a:defRPr sz="2175" b="1">
                <a:solidFill>
                  <a:srgbClr val="101D26"/>
                </a:solidFill>
                <a:latin typeface="Arial"/>
                <a:ea typeface="Arial"/>
                <a:cs typeface="Arial"/>
              </a:defRPr>
            </a:lvl1pPr>
            <a:lvl2pPr algn="l">
              <a:defRPr sz="2175" b="1">
                <a:solidFill>
                  <a:srgbClr val="101D26"/>
                </a:solidFill>
                <a:latin typeface="Arial"/>
                <a:ea typeface="Arial"/>
                <a:cs typeface="Arial"/>
              </a:defRPr>
            </a:lvl2pPr>
            <a:lvl3pPr algn="l">
              <a:defRPr sz="2175" b="1">
                <a:solidFill>
                  <a:srgbClr val="101D26"/>
                </a:solidFill>
                <a:latin typeface="Arial"/>
                <a:ea typeface="Arial"/>
                <a:cs typeface="Arial"/>
              </a:defRPr>
            </a:lvl3pPr>
            <a:lvl4pPr algn="l">
              <a:defRPr sz="2175" b="1">
                <a:solidFill>
                  <a:srgbClr val="101D26"/>
                </a:solidFill>
                <a:latin typeface="Arial"/>
                <a:ea typeface="Arial"/>
                <a:cs typeface="Arial"/>
              </a:defRPr>
            </a:lvl4pPr>
            <a:lvl5pPr algn="l">
              <a:defRPr sz="2175" b="1">
                <a:solidFill>
                  <a:srgbClr val="101D26"/>
                </a:solidFill>
                <a:latin typeface="Arial"/>
                <a:ea typeface="Arial"/>
                <a:cs typeface="Arial"/>
              </a:defRPr>
            </a:lvl5pPr>
            <a:lvl6pPr algn="l">
              <a:defRPr sz="2175" b="1">
                <a:solidFill>
                  <a:srgbClr val="101D26"/>
                </a:solidFill>
                <a:latin typeface="Arial"/>
                <a:ea typeface="Arial"/>
                <a:cs typeface="Arial"/>
              </a:defRPr>
            </a:lvl6pPr>
            <a:lvl7pPr algn="l">
              <a:defRPr sz="2175" b="1">
                <a:solidFill>
                  <a:srgbClr val="101D26"/>
                </a:solidFill>
                <a:latin typeface="Arial"/>
                <a:ea typeface="Arial"/>
                <a:cs typeface="Arial"/>
              </a:defRPr>
            </a:lvl7pPr>
            <a:lvl8pPr algn="l">
              <a:defRPr sz="2175" b="1">
                <a:solidFill>
                  <a:srgbClr val="101D26"/>
                </a:solidFill>
                <a:latin typeface="Arial"/>
                <a:ea typeface="Arial"/>
                <a:cs typeface="Arial"/>
              </a:defRPr>
            </a:lvl8pPr>
            <a:lvl9pPr algn="l">
              <a:defRPr sz="2175" b="1">
                <a:solidFill>
                  <a:srgbClr val="101D26"/>
                </a:solidFill>
                <a:latin typeface="Arial"/>
                <a:ea typeface="Arial"/>
                <a:cs typeface="Arial"/>
              </a:defRPr>
            </a:lvl9pPr>
          </a:lstStyle>
          <a:p xmlns:a="http://schemas.openxmlformats.org/drawingml/2006/main">
            <a:pPr algn="l">
              <a:defRPr sz="2175" b="1">
                <a:solidFill>
                  <a:srgbClr val="101D26"/>
                </a:solidFill>
                <a:latin typeface="Arial"/>
                <a:ea typeface="Arial"/>
                <a:cs typeface="Arial"/>
              </a:defRPr>
            </a:pPr>
            <a:r>
              <a:rPr sz="2175" b="1">
                <a:solidFill>
                  <a:srgbClr val="101D26"/>
                </a:solidFill>
                <a:latin typeface="Arial"/>
                <a:ea typeface="Arial"/>
                <a:cs typeface="Arial"/>
              </a:rPr>
              <a:t>Has it changed?</a:t>
            </a:r>
          </a:p>
        </p:txBody>
      </p:sp>
      <p:sp>
        <p:nvSpPr>
          <p:cNvPr id="9" name="">
            <a:extLst xmlns:a="http://schemas.openxmlformats.org/drawingml/2006/main">
              <a:ext uri="{FF2B5EF4-FFF2-40B4-BE49-F238E27FC236}">
                <a16:creationId xmlns:a16="http://schemas.microsoft.com/office/drawing/2014/main" id="{E0BA9A73-4C3E-4530-92C9-C8AC2CA09DA5}"/>
              </a:ext>
            </a:extLst>
          </p:cNvPr>
          <p:cNvSpPr>
            <a:spLocks xmlns:a="http://schemas.openxmlformats.org/drawingml/2006/main" noGrp="1"/>
          </p:cNvSpPr>
          <p:nvPr/>
        </p:nvSpPr>
        <p:spPr>
          <a:xfrm xmlns:a="http://schemas.openxmlformats.org/drawingml/2006/main">
            <a:off x="4429125" y="3209925"/>
            <a:ext cx="29051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8242B"/>
                </a:solidFill>
                <a:latin typeface="Arial"/>
                <a:ea typeface="Arial"/>
                <a:cs typeface="Arial"/>
              </a:defRPr>
            </a:defPPr>
            <a:lvl1pPr algn="l">
              <a:defRPr sz="1575" b="0">
                <a:solidFill>
                  <a:srgbClr val="18242B"/>
                </a:solidFill>
                <a:latin typeface="Arial"/>
                <a:ea typeface="Arial"/>
                <a:cs typeface="Arial"/>
              </a:defRPr>
            </a:lvl1pPr>
            <a:lvl2pPr algn="l">
              <a:defRPr sz="1575" b="0">
                <a:solidFill>
                  <a:srgbClr val="18242B"/>
                </a:solidFill>
                <a:latin typeface="Arial"/>
                <a:ea typeface="Arial"/>
                <a:cs typeface="Arial"/>
              </a:defRPr>
            </a:lvl2pPr>
            <a:lvl3pPr algn="l">
              <a:defRPr sz="1575" b="0">
                <a:solidFill>
                  <a:srgbClr val="18242B"/>
                </a:solidFill>
                <a:latin typeface="Arial"/>
                <a:ea typeface="Arial"/>
                <a:cs typeface="Arial"/>
              </a:defRPr>
            </a:lvl3pPr>
            <a:lvl4pPr algn="l">
              <a:defRPr sz="1575" b="0">
                <a:solidFill>
                  <a:srgbClr val="18242B"/>
                </a:solidFill>
                <a:latin typeface="Arial"/>
                <a:ea typeface="Arial"/>
                <a:cs typeface="Arial"/>
              </a:defRPr>
            </a:lvl4pPr>
            <a:lvl5pPr algn="l">
              <a:defRPr sz="1575" b="0">
                <a:solidFill>
                  <a:srgbClr val="18242B"/>
                </a:solidFill>
                <a:latin typeface="Arial"/>
                <a:ea typeface="Arial"/>
                <a:cs typeface="Arial"/>
              </a:defRPr>
            </a:lvl5pPr>
            <a:lvl6pPr algn="l">
              <a:defRPr sz="1575" b="0">
                <a:solidFill>
                  <a:srgbClr val="18242B"/>
                </a:solidFill>
                <a:latin typeface="Arial"/>
                <a:ea typeface="Arial"/>
                <a:cs typeface="Arial"/>
              </a:defRPr>
            </a:lvl6pPr>
            <a:lvl7pPr algn="l">
              <a:defRPr sz="1575" b="0">
                <a:solidFill>
                  <a:srgbClr val="18242B"/>
                </a:solidFill>
                <a:latin typeface="Arial"/>
                <a:ea typeface="Arial"/>
                <a:cs typeface="Arial"/>
              </a:defRPr>
            </a:lvl7pPr>
            <a:lvl8pPr algn="l">
              <a:defRPr sz="1575" b="0">
                <a:solidFill>
                  <a:srgbClr val="18242B"/>
                </a:solidFill>
                <a:latin typeface="Arial"/>
                <a:ea typeface="Arial"/>
                <a:cs typeface="Arial"/>
              </a:defRPr>
            </a:lvl8pPr>
            <a:lvl9pPr algn="l">
              <a:defRPr sz="1575" b="0">
                <a:solidFill>
                  <a:srgbClr val="18242B"/>
                </a:solidFill>
                <a:latin typeface="Arial"/>
                <a:ea typeface="Arial"/>
                <a:cs typeface="Arial"/>
              </a:defRPr>
            </a:lvl9pPr>
          </a:lstStyle>
          <a:p xmlns:a="http://schemas.openxmlformats.org/drawingml/2006/main">
            <a:pPr algn="l">
              <a:defRPr sz="1575" b="0">
                <a:solidFill>
                  <a:srgbClr val="18242B"/>
                </a:solidFill>
                <a:latin typeface="Arial"/>
                <a:ea typeface="Arial"/>
                <a:cs typeface="Arial"/>
              </a:defRPr>
            </a:pPr>
            <a:r>
              <a:rPr sz="1575" b="0">
                <a:solidFill>
                  <a:srgbClr val="18242B"/>
                </a:solidFill>
                <a:latin typeface="Arial"/>
                <a:ea typeface="Arial"/>
                <a:cs typeface="Arial"/>
              </a:rPr>
              <a:t>Without a trusted reference, a later copy is difficult to compare with the one first collected.</a:t>
            </a:r>
          </a:p>
        </p:txBody>
      </p:sp>
      <p:sp>
        <p:nvSpPr>
          <p:cNvPr id="10" name="">
            <a:extLst xmlns:a="http://schemas.openxmlformats.org/drawingml/2006/main">
              <a:ext uri="{FF2B5EF4-FFF2-40B4-BE49-F238E27FC236}">
                <a16:creationId xmlns:a16="http://schemas.microsoft.com/office/drawing/2014/main" id="{2281EF24-A1B4-4C84-8641-7521B01F6FC6}"/>
              </a:ext>
            </a:extLst>
          </p:cNvPr>
          <p:cNvSpPr>
            <a:spLocks xmlns:a="http://schemas.openxmlformats.org/drawingml/2006/main" noGrp="1"/>
          </p:cNvSpPr>
          <p:nvPr/>
        </p:nvSpPr>
        <p:spPr>
          <a:xfrm xmlns:a="http://schemas.openxmlformats.org/drawingml/2006/main">
            <a:off x="7667625" y="2238375"/>
            <a:ext cx="9525" cy="2333625"/>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47E08AB-5109-460E-84B5-C517EDA79657}"/>
              </a:ext>
            </a:extLst>
          </p:cNvPr>
          <p:cNvSpPr>
            <a:spLocks xmlns:a="http://schemas.openxmlformats.org/drawingml/2006/main" noGrp="1"/>
          </p:cNvSpPr>
          <p:nvPr/>
        </p:nvSpPr>
        <p:spPr>
          <a:xfrm xmlns:a="http://schemas.openxmlformats.org/drawingml/2006/main">
            <a:off x="8077200" y="22383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6757D"/>
                </a:solidFill>
                <a:latin typeface="Arial"/>
                <a:ea typeface="Arial"/>
                <a:cs typeface="Arial"/>
              </a:defRPr>
            </a:defPPr>
            <a:lvl1pPr algn="l">
              <a:defRPr sz="1050" b="1">
                <a:solidFill>
                  <a:srgbClr val="66757D"/>
                </a:solidFill>
                <a:latin typeface="Arial"/>
                <a:ea typeface="Arial"/>
                <a:cs typeface="Arial"/>
              </a:defRPr>
            </a:lvl1pPr>
            <a:lvl2pPr algn="l">
              <a:defRPr sz="1050" b="1">
                <a:solidFill>
                  <a:srgbClr val="66757D"/>
                </a:solidFill>
                <a:latin typeface="Arial"/>
                <a:ea typeface="Arial"/>
                <a:cs typeface="Arial"/>
              </a:defRPr>
            </a:lvl2pPr>
            <a:lvl3pPr algn="l">
              <a:defRPr sz="1050" b="1">
                <a:solidFill>
                  <a:srgbClr val="66757D"/>
                </a:solidFill>
                <a:latin typeface="Arial"/>
                <a:ea typeface="Arial"/>
                <a:cs typeface="Arial"/>
              </a:defRPr>
            </a:lvl3pPr>
            <a:lvl4pPr algn="l">
              <a:defRPr sz="1050" b="1">
                <a:solidFill>
                  <a:srgbClr val="66757D"/>
                </a:solidFill>
                <a:latin typeface="Arial"/>
                <a:ea typeface="Arial"/>
                <a:cs typeface="Arial"/>
              </a:defRPr>
            </a:lvl4pPr>
            <a:lvl5pPr algn="l">
              <a:defRPr sz="1050" b="1">
                <a:solidFill>
                  <a:srgbClr val="66757D"/>
                </a:solidFill>
                <a:latin typeface="Arial"/>
                <a:ea typeface="Arial"/>
                <a:cs typeface="Arial"/>
              </a:defRPr>
            </a:lvl5pPr>
            <a:lvl6pPr algn="l">
              <a:defRPr sz="1050" b="1">
                <a:solidFill>
                  <a:srgbClr val="66757D"/>
                </a:solidFill>
                <a:latin typeface="Arial"/>
                <a:ea typeface="Arial"/>
                <a:cs typeface="Arial"/>
              </a:defRPr>
            </a:lvl6pPr>
            <a:lvl7pPr algn="l">
              <a:defRPr sz="1050" b="1">
                <a:solidFill>
                  <a:srgbClr val="66757D"/>
                </a:solidFill>
                <a:latin typeface="Arial"/>
                <a:ea typeface="Arial"/>
                <a:cs typeface="Arial"/>
              </a:defRPr>
            </a:lvl7pPr>
            <a:lvl8pPr algn="l">
              <a:defRPr sz="1050" b="1">
                <a:solidFill>
                  <a:srgbClr val="66757D"/>
                </a:solidFill>
                <a:latin typeface="Arial"/>
                <a:ea typeface="Arial"/>
                <a:cs typeface="Arial"/>
              </a:defRPr>
            </a:lvl8pPr>
            <a:lvl9pPr algn="l">
              <a:defRPr sz="1050" b="1">
                <a:solidFill>
                  <a:srgbClr val="66757D"/>
                </a:solidFill>
                <a:latin typeface="Arial"/>
                <a:ea typeface="Arial"/>
                <a:cs typeface="Arial"/>
              </a:defRPr>
            </a:lvl9pPr>
          </a:lstStyle>
          <a:p xmlns:a="http://schemas.openxmlformats.org/drawingml/2006/main">
            <a:pPr algn="l">
              <a:defRPr sz="1050" b="1">
                <a:solidFill>
                  <a:srgbClr val="66757D"/>
                </a:solidFill>
                <a:latin typeface="Arial"/>
                <a:ea typeface="Arial"/>
                <a:cs typeface="Arial"/>
              </a:defRPr>
            </a:pPr>
            <a:r>
              <a:rPr sz="1050" b="1">
                <a:solidFill>
                  <a:srgbClr val="66757D"/>
                </a:solidFill>
                <a:latin typeface="Arial"/>
                <a:ea typeface="Arial"/>
                <a:cs typeface="Arial"/>
              </a:rPr>
              <a:t>03 / HISTORY</a:t>
            </a:r>
          </a:p>
        </p:txBody>
      </p:sp>
      <p:sp>
        <p:nvSpPr>
          <p:cNvPr id="12" name="">
            <a:extLst xmlns:a="http://schemas.openxmlformats.org/drawingml/2006/main">
              <a:ext uri="{FF2B5EF4-FFF2-40B4-BE49-F238E27FC236}">
                <a16:creationId xmlns:a16="http://schemas.microsoft.com/office/drawing/2014/main" id="{DBDE0AB2-8339-4310-8FE1-4E2D6A9856D7}"/>
              </a:ext>
            </a:extLst>
          </p:cNvPr>
          <p:cNvSpPr>
            <a:spLocks xmlns:a="http://schemas.openxmlformats.org/drawingml/2006/main" noGrp="1"/>
          </p:cNvSpPr>
          <p:nvPr/>
        </p:nvSpPr>
        <p:spPr>
          <a:xfrm xmlns:a="http://schemas.openxmlformats.org/drawingml/2006/main">
            <a:off x="8077200" y="25908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01D26"/>
                </a:solidFill>
                <a:latin typeface="Arial"/>
                <a:ea typeface="Arial"/>
                <a:cs typeface="Arial"/>
              </a:defRPr>
            </a:defPPr>
            <a:lvl1pPr algn="l">
              <a:defRPr sz="2175" b="1">
                <a:solidFill>
                  <a:srgbClr val="101D26"/>
                </a:solidFill>
                <a:latin typeface="Arial"/>
                <a:ea typeface="Arial"/>
                <a:cs typeface="Arial"/>
              </a:defRPr>
            </a:lvl1pPr>
            <a:lvl2pPr algn="l">
              <a:defRPr sz="2175" b="1">
                <a:solidFill>
                  <a:srgbClr val="101D26"/>
                </a:solidFill>
                <a:latin typeface="Arial"/>
                <a:ea typeface="Arial"/>
                <a:cs typeface="Arial"/>
              </a:defRPr>
            </a:lvl2pPr>
            <a:lvl3pPr algn="l">
              <a:defRPr sz="2175" b="1">
                <a:solidFill>
                  <a:srgbClr val="101D26"/>
                </a:solidFill>
                <a:latin typeface="Arial"/>
                <a:ea typeface="Arial"/>
                <a:cs typeface="Arial"/>
              </a:defRPr>
            </a:lvl3pPr>
            <a:lvl4pPr algn="l">
              <a:defRPr sz="2175" b="1">
                <a:solidFill>
                  <a:srgbClr val="101D26"/>
                </a:solidFill>
                <a:latin typeface="Arial"/>
                <a:ea typeface="Arial"/>
                <a:cs typeface="Arial"/>
              </a:defRPr>
            </a:lvl4pPr>
            <a:lvl5pPr algn="l">
              <a:defRPr sz="2175" b="1">
                <a:solidFill>
                  <a:srgbClr val="101D26"/>
                </a:solidFill>
                <a:latin typeface="Arial"/>
                <a:ea typeface="Arial"/>
                <a:cs typeface="Arial"/>
              </a:defRPr>
            </a:lvl5pPr>
            <a:lvl6pPr algn="l">
              <a:defRPr sz="2175" b="1">
                <a:solidFill>
                  <a:srgbClr val="101D26"/>
                </a:solidFill>
                <a:latin typeface="Arial"/>
                <a:ea typeface="Arial"/>
                <a:cs typeface="Arial"/>
              </a:defRPr>
            </a:lvl6pPr>
            <a:lvl7pPr algn="l">
              <a:defRPr sz="2175" b="1">
                <a:solidFill>
                  <a:srgbClr val="101D26"/>
                </a:solidFill>
                <a:latin typeface="Arial"/>
                <a:ea typeface="Arial"/>
                <a:cs typeface="Arial"/>
              </a:defRPr>
            </a:lvl7pPr>
            <a:lvl8pPr algn="l">
              <a:defRPr sz="2175" b="1">
                <a:solidFill>
                  <a:srgbClr val="101D26"/>
                </a:solidFill>
                <a:latin typeface="Arial"/>
                <a:ea typeface="Arial"/>
                <a:cs typeface="Arial"/>
              </a:defRPr>
            </a:lvl8pPr>
            <a:lvl9pPr algn="l">
              <a:defRPr sz="2175" b="1">
                <a:solidFill>
                  <a:srgbClr val="101D26"/>
                </a:solidFill>
                <a:latin typeface="Arial"/>
                <a:ea typeface="Arial"/>
                <a:cs typeface="Arial"/>
              </a:defRPr>
            </a:lvl9pPr>
          </a:lstStyle>
          <a:p xmlns:a="http://schemas.openxmlformats.org/drawingml/2006/main">
            <a:pPr algn="l">
              <a:defRPr sz="2175" b="1">
                <a:solidFill>
                  <a:srgbClr val="101D26"/>
                </a:solidFill>
                <a:latin typeface="Arial"/>
                <a:ea typeface="Arial"/>
                <a:cs typeface="Arial"/>
              </a:defRPr>
            </a:pPr>
            <a:r>
              <a:rPr sz="2175" b="1">
                <a:solidFill>
                  <a:srgbClr val="101D26"/>
                </a:solidFill>
                <a:latin typeface="Arial"/>
                <a:ea typeface="Arial"/>
                <a:cs typeface="Arial"/>
              </a:rPr>
              <a:t>Who handled it?</a:t>
            </a:r>
          </a:p>
        </p:txBody>
      </p:sp>
      <p:sp>
        <p:nvSpPr>
          <p:cNvPr id="13" name="">
            <a:extLst xmlns:a="http://schemas.openxmlformats.org/drawingml/2006/main">
              <a:ext uri="{FF2B5EF4-FFF2-40B4-BE49-F238E27FC236}">
                <a16:creationId xmlns:a16="http://schemas.microsoft.com/office/drawing/2014/main" id="{76EE4177-E97B-470A-9783-6D766ED708AF}"/>
              </a:ext>
            </a:extLst>
          </p:cNvPr>
          <p:cNvSpPr>
            <a:spLocks xmlns:a="http://schemas.openxmlformats.org/drawingml/2006/main" noGrp="1"/>
          </p:cNvSpPr>
          <p:nvPr/>
        </p:nvSpPr>
        <p:spPr>
          <a:xfrm xmlns:a="http://schemas.openxmlformats.org/drawingml/2006/main">
            <a:off x="8077200" y="3209925"/>
            <a:ext cx="29051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8242B"/>
                </a:solidFill>
                <a:latin typeface="Arial"/>
                <a:ea typeface="Arial"/>
                <a:cs typeface="Arial"/>
              </a:defRPr>
            </a:defPPr>
            <a:lvl1pPr algn="l">
              <a:defRPr sz="1575" b="0">
                <a:solidFill>
                  <a:srgbClr val="18242B"/>
                </a:solidFill>
                <a:latin typeface="Arial"/>
                <a:ea typeface="Arial"/>
                <a:cs typeface="Arial"/>
              </a:defRPr>
            </a:lvl1pPr>
            <a:lvl2pPr algn="l">
              <a:defRPr sz="1575" b="0">
                <a:solidFill>
                  <a:srgbClr val="18242B"/>
                </a:solidFill>
                <a:latin typeface="Arial"/>
                <a:ea typeface="Arial"/>
                <a:cs typeface="Arial"/>
              </a:defRPr>
            </a:lvl2pPr>
            <a:lvl3pPr algn="l">
              <a:defRPr sz="1575" b="0">
                <a:solidFill>
                  <a:srgbClr val="18242B"/>
                </a:solidFill>
                <a:latin typeface="Arial"/>
                <a:ea typeface="Arial"/>
                <a:cs typeface="Arial"/>
              </a:defRPr>
            </a:lvl3pPr>
            <a:lvl4pPr algn="l">
              <a:defRPr sz="1575" b="0">
                <a:solidFill>
                  <a:srgbClr val="18242B"/>
                </a:solidFill>
                <a:latin typeface="Arial"/>
                <a:ea typeface="Arial"/>
                <a:cs typeface="Arial"/>
              </a:defRPr>
            </a:lvl4pPr>
            <a:lvl5pPr algn="l">
              <a:defRPr sz="1575" b="0">
                <a:solidFill>
                  <a:srgbClr val="18242B"/>
                </a:solidFill>
                <a:latin typeface="Arial"/>
                <a:ea typeface="Arial"/>
                <a:cs typeface="Arial"/>
              </a:defRPr>
            </a:lvl5pPr>
            <a:lvl6pPr algn="l">
              <a:defRPr sz="1575" b="0">
                <a:solidFill>
                  <a:srgbClr val="18242B"/>
                </a:solidFill>
                <a:latin typeface="Arial"/>
                <a:ea typeface="Arial"/>
                <a:cs typeface="Arial"/>
              </a:defRPr>
            </a:lvl6pPr>
            <a:lvl7pPr algn="l">
              <a:defRPr sz="1575" b="0">
                <a:solidFill>
                  <a:srgbClr val="18242B"/>
                </a:solidFill>
                <a:latin typeface="Arial"/>
                <a:ea typeface="Arial"/>
                <a:cs typeface="Arial"/>
              </a:defRPr>
            </a:lvl7pPr>
            <a:lvl8pPr algn="l">
              <a:defRPr sz="1575" b="0">
                <a:solidFill>
                  <a:srgbClr val="18242B"/>
                </a:solidFill>
                <a:latin typeface="Arial"/>
                <a:ea typeface="Arial"/>
                <a:cs typeface="Arial"/>
              </a:defRPr>
            </a:lvl8pPr>
            <a:lvl9pPr algn="l">
              <a:defRPr sz="1575" b="0">
                <a:solidFill>
                  <a:srgbClr val="18242B"/>
                </a:solidFill>
                <a:latin typeface="Arial"/>
                <a:ea typeface="Arial"/>
                <a:cs typeface="Arial"/>
              </a:defRPr>
            </a:lvl9pPr>
          </a:lstStyle>
          <a:p xmlns:a="http://schemas.openxmlformats.org/drawingml/2006/main">
            <a:pPr algn="l">
              <a:defRPr sz="1575" b="0">
                <a:solidFill>
                  <a:srgbClr val="18242B"/>
                </a:solidFill>
                <a:latin typeface="Arial"/>
                <a:ea typeface="Arial"/>
                <a:cs typeface="Arial"/>
              </a:defRPr>
            </a:pPr>
            <a:r>
              <a:rPr sz="1575" b="0">
                <a:solidFill>
                  <a:srgbClr val="18242B"/>
                </a:solidFill>
                <a:latin typeface="Arial"/>
                <a:ea typeface="Arial"/>
                <a:cs typeface="Arial"/>
              </a:rPr>
              <a:t>The case needs a time-ordered account of intake and later evidence actions.</a:t>
            </a:r>
          </a:p>
        </p:txBody>
      </p:sp>
      <p:sp>
        <p:nvSpPr>
          <p:cNvPr id="14" name="">
            <a:extLst xmlns:a="http://schemas.openxmlformats.org/drawingml/2006/main">
              <a:ext uri="{FF2B5EF4-FFF2-40B4-BE49-F238E27FC236}">
                <a16:creationId xmlns:a16="http://schemas.microsoft.com/office/drawing/2014/main" id="{A161061A-511A-4D82-9A0F-D80701FCDC21}"/>
              </a:ext>
            </a:extLst>
          </p:cNvPr>
          <p:cNvSpPr>
            <a:spLocks xmlns:a="http://schemas.openxmlformats.org/drawingml/2006/main" noGrp="1"/>
          </p:cNvSpPr>
          <p:nvPr/>
        </p:nvSpPr>
        <p:spPr>
          <a:xfrm xmlns:a="http://schemas.openxmlformats.org/drawingml/2006/main">
            <a:off x="781050" y="5000625"/>
            <a:ext cx="10620375" cy="9525"/>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8029B14-CB84-4EA7-B232-08E5F3DEE505}"/>
              </a:ext>
            </a:extLst>
          </p:cNvPr>
          <p:cNvSpPr>
            <a:spLocks xmlns:a="http://schemas.openxmlformats.org/drawingml/2006/main" noGrp="1"/>
          </p:cNvSpPr>
          <p:nvPr/>
        </p:nvSpPr>
        <p:spPr>
          <a:xfrm xmlns:a="http://schemas.openxmlformats.org/drawingml/2006/main">
            <a:off x="781050" y="52578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01D26"/>
                </a:solidFill>
                <a:latin typeface="Arial"/>
                <a:ea typeface="Arial"/>
                <a:cs typeface="Arial"/>
              </a:defRPr>
            </a:defPPr>
            <a:lvl1pPr algn="l">
              <a:defRPr sz="1950" b="1">
                <a:solidFill>
                  <a:srgbClr val="101D26"/>
                </a:solidFill>
                <a:latin typeface="Arial"/>
                <a:ea typeface="Arial"/>
                <a:cs typeface="Arial"/>
              </a:defRPr>
            </a:lvl1pPr>
            <a:lvl2pPr algn="l">
              <a:defRPr sz="1950" b="1">
                <a:solidFill>
                  <a:srgbClr val="101D26"/>
                </a:solidFill>
                <a:latin typeface="Arial"/>
                <a:ea typeface="Arial"/>
                <a:cs typeface="Arial"/>
              </a:defRPr>
            </a:lvl2pPr>
            <a:lvl3pPr algn="l">
              <a:defRPr sz="1950" b="1">
                <a:solidFill>
                  <a:srgbClr val="101D26"/>
                </a:solidFill>
                <a:latin typeface="Arial"/>
                <a:ea typeface="Arial"/>
                <a:cs typeface="Arial"/>
              </a:defRPr>
            </a:lvl3pPr>
            <a:lvl4pPr algn="l">
              <a:defRPr sz="1950" b="1">
                <a:solidFill>
                  <a:srgbClr val="101D26"/>
                </a:solidFill>
                <a:latin typeface="Arial"/>
                <a:ea typeface="Arial"/>
                <a:cs typeface="Arial"/>
              </a:defRPr>
            </a:lvl4pPr>
            <a:lvl5pPr algn="l">
              <a:defRPr sz="1950" b="1">
                <a:solidFill>
                  <a:srgbClr val="101D26"/>
                </a:solidFill>
                <a:latin typeface="Arial"/>
                <a:ea typeface="Arial"/>
                <a:cs typeface="Arial"/>
              </a:defRPr>
            </a:lvl5pPr>
            <a:lvl6pPr algn="l">
              <a:defRPr sz="1950" b="1">
                <a:solidFill>
                  <a:srgbClr val="101D26"/>
                </a:solidFill>
                <a:latin typeface="Arial"/>
                <a:ea typeface="Arial"/>
                <a:cs typeface="Arial"/>
              </a:defRPr>
            </a:lvl6pPr>
            <a:lvl7pPr algn="l">
              <a:defRPr sz="1950" b="1">
                <a:solidFill>
                  <a:srgbClr val="101D26"/>
                </a:solidFill>
                <a:latin typeface="Arial"/>
                <a:ea typeface="Arial"/>
                <a:cs typeface="Arial"/>
              </a:defRPr>
            </a:lvl7pPr>
            <a:lvl8pPr algn="l">
              <a:defRPr sz="1950" b="1">
                <a:solidFill>
                  <a:srgbClr val="101D26"/>
                </a:solidFill>
                <a:latin typeface="Arial"/>
                <a:ea typeface="Arial"/>
                <a:cs typeface="Arial"/>
              </a:defRPr>
            </a:lvl8pPr>
            <a:lvl9pPr algn="l">
              <a:defRPr sz="1950" b="1">
                <a:solidFill>
                  <a:srgbClr val="101D26"/>
                </a:solidFill>
                <a:latin typeface="Arial"/>
                <a:ea typeface="Arial"/>
                <a:cs typeface="Arial"/>
              </a:defRPr>
            </a:lvl9pPr>
          </a:lstStyle>
          <a:p xmlns:a="http://schemas.openxmlformats.org/drawingml/2006/main">
            <a:pPr algn="l">
              <a:defRPr sz="1950" b="1">
                <a:solidFill>
                  <a:srgbClr val="101D26"/>
                </a:solidFill>
                <a:latin typeface="Arial"/>
                <a:ea typeface="Arial"/>
                <a:cs typeface="Arial"/>
              </a:defRPr>
            </a:pPr>
            <a:r>
              <a:rPr sz="1950" b="1">
                <a:solidFill>
                  <a:srgbClr val="101D26"/>
                </a:solidFill>
                <a:latin typeface="Arial"/>
                <a:ea typeface="Arial"/>
                <a:cs typeface="Arial"/>
              </a:rPr>
              <a:t>The vault connects the file, its fingerprint, its case, and its custody record.</a:t>
            </a:r>
          </a:p>
        </p:txBody>
      </p:sp>
      <p:sp>
        <p:nvSpPr>
          <p:cNvPr id="16" name="">
            <a:extLst xmlns:a="http://schemas.openxmlformats.org/drawingml/2006/main">
              <a:ext uri="{FF2B5EF4-FFF2-40B4-BE49-F238E27FC236}">
                <a16:creationId xmlns:a16="http://schemas.microsoft.com/office/drawing/2014/main" id="{96DFE54F-2CCC-45E0-AF36-36BEEAEE0B12}"/>
              </a:ext>
            </a:extLst>
          </p:cNvPr>
          <p:cNvSpPr>
            <a:spLocks xmlns:a="http://schemas.openxmlformats.org/drawingml/2006/main" noGrp="1"/>
          </p:cNvSpPr>
          <p:nvPr/>
        </p:nvSpPr>
        <p:spPr>
          <a:xfrm xmlns:a="http://schemas.openxmlformats.org/drawingml/2006/main">
            <a:off x="762000" y="6496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78858A"/>
                </a:solidFill>
                <a:latin typeface="Arial"/>
                <a:ea typeface="Arial"/>
                <a:cs typeface="Arial"/>
              </a:defRPr>
            </a:defPPr>
            <a:lvl1pPr algn="l">
              <a:defRPr sz="900" b="1">
                <a:solidFill>
                  <a:srgbClr val="78858A"/>
                </a:solidFill>
                <a:latin typeface="Arial"/>
                <a:ea typeface="Arial"/>
                <a:cs typeface="Arial"/>
              </a:defRPr>
            </a:lvl1pPr>
            <a:lvl2pPr algn="l">
              <a:defRPr sz="900" b="1">
                <a:solidFill>
                  <a:srgbClr val="78858A"/>
                </a:solidFill>
                <a:latin typeface="Arial"/>
                <a:ea typeface="Arial"/>
                <a:cs typeface="Arial"/>
              </a:defRPr>
            </a:lvl2pPr>
            <a:lvl3pPr algn="l">
              <a:defRPr sz="900" b="1">
                <a:solidFill>
                  <a:srgbClr val="78858A"/>
                </a:solidFill>
                <a:latin typeface="Arial"/>
                <a:ea typeface="Arial"/>
                <a:cs typeface="Arial"/>
              </a:defRPr>
            </a:lvl3pPr>
            <a:lvl4pPr algn="l">
              <a:defRPr sz="900" b="1">
                <a:solidFill>
                  <a:srgbClr val="78858A"/>
                </a:solidFill>
                <a:latin typeface="Arial"/>
                <a:ea typeface="Arial"/>
                <a:cs typeface="Arial"/>
              </a:defRPr>
            </a:lvl4pPr>
            <a:lvl5pPr algn="l">
              <a:defRPr sz="900" b="1">
                <a:solidFill>
                  <a:srgbClr val="78858A"/>
                </a:solidFill>
                <a:latin typeface="Arial"/>
                <a:ea typeface="Arial"/>
                <a:cs typeface="Arial"/>
              </a:defRPr>
            </a:lvl5pPr>
            <a:lvl6pPr algn="l">
              <a:defRPr sz="900" b="1">
                <a:solidFill>
                  <a:srgbClr val="78858A"/>
                </a:solidFill>
                <a:latin typeface="Arial"/>
                <a:ea typeface="Arial"/>
                <a:cs typeface="Arial"/>
              </a:defRPr>
            </a:lvl6pPr>
            <a:lvl7pPr algn="l">
              <a:defRPr sz="900" b="1">
                <a:solidFill>
                  <a:srgbClr val="78858A"/>
                </a:solidFill>
                <a:latin typeface="Arial"/>
                <a:ea typeface="Arial"/>
                <a:cs typeface="Arial"/>
              </a:defRPr>
            </a:lvl7pPr>
            <a:lvl8pPr algn="l">
              <a:defRPr sz="900" b="1">
                <a:solidFill>
                  <a:srgbClr val="78858A"/>
                </a:solidFill>
                <a:latin typeface="Arial"/>
                <a:ea typeface="Arial"/>
                <a:cs typeface="Arial"/>
              </a:defRPr>
            </a:lvl8pPr>
            <a:lvl9pPr algn="l">
              <a:defRPr sz="900" b="1">
                <a:solidFill>
                  <a:srgbClr val="78858A"/>
                </a:solidFill>
                <a:latin typeface="Arial"/>
                <a:ea typeface="Arial"/>
                <a:cs typeface="Arial"/>
              </a:defRPr>
            </a:lvl9pPr>
          </a:lstStyle>
          <a:p xmlns:a="http://schemas.openxmlformats.org/drawingml/2006/main">
            <a:pPr algn="l">
              <a:defRPr sz="900" b="1">
                <a:solidFill>
                  <a:srgbClr val="78858A"/>
                </a:solidFill>
                <a:latin typeface="Arial"/>
                <a:ea typeface="Arial"/>
                <a:cs typeface="Arial"/>
              </a:defRPr>
            </a:pPr>
            <a:r>
              <a:rPr sz="900" b="1">
                <a:solidFill>
                  <a:srgbClr val="78858A"/>
                </a:solidFill>
                <a:latin typeface="Arial"/>
                <a:ea typeface="Arial"/>
                <a:cs typeface="Arial"/>
              </a:rPr>
              <a:t>PROOFCASE  /  DIGITAL EVIDENCE VAULT</a:t>
            </a:r>
          </a:p>
        </p:txBody>
      </p:sp>
      <p:sp>
        <p:nvSpPr>
          <p:cNvPr id="17" name="">
            <a:extLst xmlns:a="http://schemas.openxmlformats.org/drawingml/2006/main">
              <a:ext uri="{FF2B5EF4-FFF2-40B4-BE49-F238E27FC236}">
                <a16:creationId xmlns:a16="http://schemas.microsoft.com/office/drawing/2014/main" id="{65BF2EF5-F84D-4400-99AE-260B50DC1661}"/>
              </a:ext>
            </a:extLst>
          </p:cNvPr>
          <p:cNvSpPr>
            <a:spLocks xmlns:a="http://schemas.openxmlformats.org/drawingml/2006/main" noGrp="1"/>
          </p:cNvSpPr>
          <p:nvPr/>
        </p:nvSpPr>
        <p:spPr>
          <a:xfrm xmlns:a="http://schemas.openxmlformats.org/drawingml/2006/main">
            <a:off x="10668000" y="649605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78858A"/>
                </a:solidFill>
                <a:latin typeface="Arial"/>
                <a:ea typeface="Arial"/>
                <a:cs typeface="Arial"/>
              </a:defRPr>
            </a:defPPr>
            <a:lvl1pPr algn="r">
              <a:defRPr sz="900" b="0">
                <a:solidFill>
                  <a:srgbClr val="78858A"/>
                </a:solidFill>
                <a:latin typeface="Arial"/>
                <a:ea typeface="Arial"/>
                <a:cs typeface="Arial"/>
              </a:defRPr>
            </a:lvl1pPr>
            <a:lvl2pPr algn="r">
              <a:defRPr sz="900" b="0">
                <a:solidFill>
                  <a:srgbClr val="78858A"/>
                </a:solidFill>
                <a:latin typeface="Arial"/>
                <a:ea typeface="Arial"/>
                <a:cs typeface="Arial"/>
              </a:defRPr>
            </a:lvl2pPr>
            <a:lvl3pPr algn="r">
              <a:defRPr sz="900" b="0">
                <a:solidFill>
                  <a:srgbClr val="78858A"/>
                </a:solidFill>
                <a:latin typeface="Arial"/>
                <a:ea typeface="Arial"/>
                <a:cs typeface="Arial"/>
              </a:defRPr>
            </a:lvl3pPr>
            <a:lvl4pPr algn="r">
              <a:defRPr sz="900" b="0">
                <a:solidFill>
                  <a:srgbClr val="78858A"/>
                </a:solidFill>
                <a:latin typeface="Arial"/>
                <a:ea typeface="Arial"/>
                <a:cs typeface="Arial"/>
              </a:defRPr>
            </a:lvl4pPr>
            <a:lvl5pPr algn="r">
              <a:defRPr sz="900" b="0">
                <a:solidFill>
                  <a:srgbClr val="78858A"/>
                </a:solidFill>
                <a:latin typeface="Arial"/>
                <a:ea typeface="Arial"/>
                <a:cs typeface="Arial"/>
              </a:defRPr>
            </a:lvl5pPr>
            <a:lvl6pPr algn="r">
              <a:defRPr sz="900" b="0">
                <a:solidFill>
                  <a:srgbClr val="78858A"/>
                </a:solidFill>
                <a:latin typeface="Arial"/>
                <a:ea typeface="Arial"/>
                <a:cs typeface="Arial"/>
              </a:defRPr>
            </a:lvl6pPr>
            <a:lvl7pPr algn="r">
              <a:defRPr sz="900" b="0">
                <a:solidFill>
                  <a:srgbClr val="78858A"/>
                </a:solidFill>
                <a:latin typeface="Arial"/>
                <a:ea typeface="Arial"/>
                <a:cs typeface="Arial"/>
              </a:defRPr>
            </a:lvl7pPr>
            <a:lvl8pPr algn="r">
              <a:defRPr sz="900" b="0">
                <a:solidFill>
                  <a:srgbClr val="78858A"/>
                </a:solidFill>
                <a:latin typeface="Arial"/>
                <a:ea typeface="Arial"/>
                <a:cs typeface="Arial"/>
              </a:defRPr>
            </a:lvl8pPr>
            <a:lvl9pPr algn="r">
              <a:defRPr sz="900" b="0">
                <a:solidFill>
                  <a:srgbClr val="78858A"/>
                </a:solidFill>
                <a:latin typeface="Arial"/>
                <a:ea typeface="Arial"/>
                <a:cs typeface="Arial"/>
              </a:defRPr>
            </a:lvl9pPr>
          </a:lstStyle>
          <a:p xmlns:a="http://schemas.openxmlformats.org/drawingml/2006/main">
            <a:pPr algn="r">
              <a:defRPr sz="900" b="0">
                <a:solidFill>
                  <a:srgbClr val="78858A"/>
                </a:solidFill>
                <a:latin typeface="Arial"/>
                <a:ea typeface="Arial"/>
                <a:cs typeface="Arial"/>
              </a:defRPr>
            </a:pPr>
            <a:r>
              <a:rPr sz="900" b="0">
                <a:solidFill>
                  <a:srgbClr val="78858A"/>
                </a:solidFill>
                <a:latin typeface="Arial"/>
                <a:ea typeface="Arial"/>
                <a:cs typeface="Arial"/>
              </a:rPr>
              <a:t>02 / 10</a:t>
            </a:r>
          </a:p>
        </p:txBody>
      </p:sp>
    </p:spTree>
    <p:extLst>
      <p:ext uri="{BB962C8B-B14F-4D97-AF65-F5344CB8AC3E}">
        <p14:creationId xmlns:p14="http://schemas.microsoft.com/office/powerpoint/2010/main" val="5172708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0482555-14D2-4A14-9214-B2EF1986A374}"/>
              </a:ext>
            </a:extLst>
          </p:cNvPr>
          <p:cNvSpPr>
            <a:spLocks xmlns:a="http://schemas.openxmlformats.org/drawingml/2006/main" noGrp="1"/>
          </p:cNvSpPr>
          <p:nvPr/>
        </p:nvSpPr>
        <p:spPr>
          <a:xfrm xmlns:a="http://schemas.openxmlformats.org/drawingml/2006/main">
            <a:off x="762000" y="638175"/>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01D26"/>
                </a:solidFill>
                <a:latin typeface="Arial"/>
                <a:ea typeface="Arial"/>
                <a:cs typeface="Arial"/>
              </a:defRPr>
            </a:defPPr>
            <a:lvl1pPr algn="l">
              <a:defRPr sz="3225" b="1">
                <a:solidFill>
                  <a:srgbClr val="101D26"/>
                </a:solidFill>
                <a:latin typeface="Arial"/>
                <a:ea typeface="Arial"/>
                <a:cs typeface="Arial"/>
              </a:defRPr>
            </a:lvl1pPr>
            <a:lvl2pPr algn="l">
              <a:defRPr sz="3225" b="1">
                <a:solidFill>
                  <a:srgbClr val="101D26"/>
                </a:solidFill>
                <a:latin typeface="Arial"/>
                <a:ea typeface="Arial"/>
                <a:cs typeface="Arial"/>
              </a:defRPr>
            </a:lvl2pPr>
            <a:lvl3pPr algn="l">
              <a:defRPr sz="3225" b="1">
                <a:solidFill>
                  <a:srgbClr val="101D26"/>
                </a:solidFill>
                <a:latin typeface="Arial"/>
                <a:ea typeface="Arial"/>
                <a:cs typeface="Arial"/>
              </a:defRPr>
            </a:lvl3pPr>
            <a:lvl4pPr algn="l">
              <a:defRPr sz="3225" b="1">
                <a:solidFill>
                  <a:srgbClr val="101D26"/>
                </a:solidFill>
                <a:latin typeface="Arial"/>
                <a:ea typeface="Arial"/>
                <a:cs typeface="Arial"/>
              </a:defRPr>
            </a:lvl4pPr>
            <a:lvl5pPr algn="l">
              <a:defRPr sz="3225" b="1">
                <a:solidFill>
                  <a:srgbClr val="101D26"/>
                </a:solidFill>
                <a:latin typeface="Arial"/>
                <a:ea typeface="Arial"/>
                <a:cs typeface="Arial"/>
              </a:defRPr>
            </a:lvl5pPr>
            <a:lvl6pPr algn="l">
              <a:defRPr sz="3225" b="1">
                <a:solidFill>
                  <a:srgbClr val="101D26"/>
                </a:solidFill>
                <a:latin typeface="Arial"/>
                <a:ea typeface="Arial"/>
                <a:cs typeface="Arial"/>
              </a:defRPr>
            </a:lvl6pPr>
            <a:lvl7pPr algn="l">
              <a:defRPr sz="3225" b="1">
                <a:solidFill>
                  <a:srgbClr val="101D26"/>
                </a:solidFill>
                <a:latin typeface="Arial"/>
                <a:ea typeface="Arial"/>
                <a:cs typeface="Arial"/>
              </a:defRPr>
            </a:lvl7pPr>
            <a:lvl8pPr algn="l">
              <a:defRPr sz="3225" b="1">
                <a:solidFill>
                  <a:srgbClr val="101D26"/>
                </a:solidFill>
                <a:latin typeface="Arial"/>
                <a:ea typeface="Arial"/>
                <a:cs typeface="Arial"/>
              </a:defRPr>
            </a:lvl8pPr>
            <a:lvl9pPr algn="l">
              <a:defRPr sz="3225" b="1">
                <a:solidFill>
                  <a:srgbClr val="101D26"/>
                </a:solidFill>
                <a:latin typeface="Arial"/>
                <a:ea typeface="Arial"/>
                <a:cs typeface="Arial"/>
              </a:defRPr>
            </a:lvl9pPr>
          </a:lstStyle>
          <a:p xmlns:a="http://schemas.openxmlformats.org/drawingml/2006/main">
            <a:pPr algn="l">
              <a:defRPr sz="3225" b="1">
                <a:solidFill>
                  <a:srgbClr val="101D26"/>
                </a:solidFill>
                <a:latin typeface="Arial"/>
                <a:ea typeface="Arial"/>
                <a:cs typeface="Arial"/>
              </a:defRPr>
            </a:pPr>
            <a:r>
              <a:rPr sz="3225" b="1">
                <a:solidFill>
                  <a:srgbClr val="101D26"/>
                </a:solidFill>
                <a:latin typeface="Arial"/>
                <a:ea typeface="Arial"/>
                <a:cs typeface="Arial"/>
              </a:rPr>
              <a:t>The MVP connects a file to its history</a:t>
            </a:r>
          </a:p>
        </p:txBody>
      </p:sp>
      <p:sp>
        <p:nvSpPr>
          <p:cNvPr id="2" name="">
            <a:extLst xmlns:a="http://schemas.openxmlformats.org/drawingml/2006/main">
              <a:ext uri="{FF2B5EF4-FFF2-40B4-BE49-F238E27FC236}">
                <a16:creationId xmlns:a16="http://schemas.microsoft.com/office/drawing/2014/main" id="{B1476043-4A96-45D5-B4C7-BCF90B986C4D}"/>
              </a:ext>
            </a:extLst>
          </p:cNvPr>
          <p:cNvSpPr>
            <a:spLocks xmlns:a="http://schemas.openxmlformats.org/drawingml/2006/main" noGrp="1"/>
          </p:cNvSpPr>
          <p:nvPr/>
        </p:nvSpPr>
        <p:spPr>
          <a:xfrm xmlns:a="http://schemas.openxmlformats.org/drawingml/2006/main">
            <a:off x="781050" y="12573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6757D"/>
                </a:solidFill>
                <a:latin typeface="Arial"/>
                <a:ea typeface="Arial"/>
                <a:cs typeface="Arial"/>
              </a:defRPr>
            </a:defPPr>
            <a:lvl1pPr algn="l">
              <a:defRPr sz="1575" b="0">
                <a:solidFill>
                  <a:srgbClr val="66757D"/>
                </a:solidFill>
                <a:latin typeface="Arial"/>
                <a:ea typeface="Arial"/>
                <a:cs typeface="Arial"/>
              </a:defRPr>
            </a:lvl1pPr>
            <a:lvl2pPr algn="l">
              <a:defRPr sz="1575" b="0">
                <a:solidFill>
                  <a:srgbClr val="66757D"/>
                </a:solidFill>
                <a:latin typeface="Arial"/>
                <a:ea typeface="Arial"/>
                <a:cs typeface="Arial"/>
              </a:defRPr>
            </a:lvl2pPr>
            <a:lvl3pPr algn="l">
              <a:defRPr sz="1575" b="0">
                <a:solidFill>
                  <a:srgbClr val="66757D"/>
                </a:solidFill>
                <a:latin typeface="Arial"/>
                <a:ea typeface="Arial"/>
                <a:cs typeface="Arial"/>
              </a:defRPr>
            </a:lvl3pPr>
            <a:lvl4pPr algn="l">
              <a:defRPr sz="1575" b="0">
                <a:solidFill>
                  <a:srgbClr val="66757D"/>
                </a:solidFill>
                <a:latin typeface="Arial"/>
                <a:ea typeface="Arial"/>
                <a:cs typeface="Arial"/>
              </a:defRPr>
            </a:lvl4pPr>
            <a:lvl5pPr algn="l">
              <a:defRPr sz="1575" b="0">
                <a:solidFill>
                  <a:srgbClr val="66757D"/>
                </a:solidFill>
                <a:latin typeface="Arial"/>
                <a:ea typeface="Arial"/>
                <a:cs typeface="Arial"/>
              </a:defRPr>
            </a:lvl5pPr>
            <a:lvl6pPr algn="l">
              <a:defRPr sz="1575" b="0">
                <a:solidFill>
                  <a:srgbClr val="66757D"/>
                </a:solidFill>
                <a:latin typeface="Arial"/>
                <a:ea typeface="Arial"/>
                <a:cs typeface="Arial"/>
              </a:defRPr>
            </a:lvl6pPr>
            <a:lvl7pPr algn="l">
              <a:defRPr sz="1575" b="0">
                <a:solidFill>
                  <a:srgbClr val="66757D"/>
                </a:solidFill>
                <a:latin typeface="Arial"/>
                <a:ea typeface="Arial"/>
                <a:cs typeface="Arial"/>
              </a:defRPr>
            </a:lvl7pPr>
            <a:lvl8pPr algn="l">
              <a:defRPr sz="1575" b="0">
                <a:solidFill>
                  <a:srgbClr val="66757D"/>
                </a:solidFill>
                <a:latin typeface="Arial"/>
                <a:ea typeface="Arial"/>
                <a:cs typeface="Arial"/>
              </a:defRPr>
            </a:lvl8pPr>
            <a:lvl9pPr algn="l">
              <a:defRPr sz="1575" b="0">
                <a:solidFill>
                  <a:srgbClr val="66757D"/>
                </a:solidFill>
                <a:latin typeface="Arial"/>
                <a:ea typeface="Arial"/>
                <a:cs typeface="Arial"/>
              </a:defRPr>
            </a:lvl9pPr>
          </a:lstStyle>
          <a:p xmlns:a="http://schemas.openxmlformats.org/drawingml/2006/main">
            <a:pPr algn="l">
              <a:defRPr sz="1575" b="0">
                <a:solidFill>
                  <a:srgbClr val="66757D"/>
                </a:solidFill>
                <a:latin typeface="Arial"/>
                <a:ea typeface="Arial"/>
                <a:cs typeface="Arial"/>
              </a:defRPr>
            </a:pPr>
            <a:r>
              <a:rPr sz="1575" b="0">
                <a:solidFill>
                  <a:srgbClr val="66757D"/>
                </a:solidFill>
                <a:latin typeface="Arial"/>
                <a:ea typeface="Arial"/>
                <a:cs typeface="Arial"/>
              </a:rPr>
              <a:t>An evidence record brings together the item, its fingerprint, and its custody events.</a:t>
            </a:r>
          </a:p>
        </p:txBody>
      </p:sp>
      <p:sp>
        <p:nvSpPr>
          <p:cNvPr id="3" name="model-step-1">
            <a:extLst xmlns:a="http://schemas.openxmlformats.org/drawingml/2006/main">
              <a:ext uri="{FF2B5EF4-FFF2-40B4-BE49-F238E27FC236}">
                <a16:creationId xmlns:a16="http://schemas.microsoft.com/office/drawing/2014/main" id="{6F62FBB3-9237-498C-9457-B01D521D56DC}"/>
              </a:ext>
            </a:extLst>
          </p:cNvPr>
          <p:cNvSpPr>
            <a:spLocks xmlns:a="http://schemas.openxmlformats.org/drawingml/2006/main" noGrp="1"/>
          </p:cNvSpPr>
          <p:nvPr/>
        </p:nvSpPr>
        <p:spPr>
          <a:xfrm xmlns:a="http://schemas.openxmlformats.org/drawingml/2006/main">
            <a:off x="876300" y="2571750"/>
            <a:ext cx="2114550" cy="1619250"/>
          </a:xfrm>
          <a:prstGeom xmlns:a="http://schemas.openxmlformats.org/drawingml/2006/main" prst="roundRect">
            <a:avLst>
              <a:gd name="adj" fmla="val 3529"/>
            </a:avLst>
          </a:prstGeom>
          <a:solidFill xmlns:a="http://schemas.openxmlformats.org/drawingml/2006/main">
            <a:srgbClr val="101D2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F4A863E-2D50-43D1-A396-26963396E71A}"/>
              </a:ext>
            </a:extLst>
          </p:cNvPr>
          <p:cNvSpPr>
            <a:spLocks xmlns:a="http://schemas.openxmlformats.org/drawingml/2006/main" noGrp="1"/>
          </p:cNvSpPr>
          <p:nvPr/>
        </p:nvSpPr>
        <p:spPr>
          <a:xfrm xmlns:a="http://schemas.openxmlformats.org/drawingml/2006/main">
            <a:off x="1047750" y="27432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5C4A8"/>
                </a:solidFill>
                <a:latin typeface="Arial"/>
                <a:ea typeface="Arial"/>
                <a:cs typeface="Arial"/>
              </a:defRPr>
            </a:defPPr>
            <a:lvl1pPr algn="l">
              <a:defRPr sz="1125" b="1">
                <a:solidFill>
                  <a:srgbClr val="25C4A8"/>
                </a:solidFill>
                <a:latin typeface="Arial"/>
                <a:ea typeface="Arial"/>
                <a:cs typeface="Arial"/>
              </a:defRPr>
            </a:lvl1pPr>
            <a:lvl2pPr algn="l">
              <a:defRPr sz="1125" b="1">
                <a:solidFill>
                  <a:srgbClr val="25C4A8"/>
                </a:solidFill>
                <a:latin typeface="Arial"/>
                <a:ea typeface="Arial"/>
                <a:cs typeface="Arial"/>
              </a:defRPr>
            </a:lvl2pPr>
            <a:lvl3pPr algn="l">
              <a:defRPr sz="1125" b="1">
                <a:solidFill>
                  <a:srgbClr val="25C4A8"/>
                </a:solidFill>
                <a:latin typeface="Arial"/>
                <a:ea typeface="Arial"/>
                <a:cs typeface="Arial"/>
              </a:defRPr>
            </a:lvl3pPr>
            <a:lvl4pPr algn="l">
              <a:defRPr sz="1125" b="1">
                <a:solidFill>
                  <a:srgbClr val="25C4A8"/>
                </a:solidFill>
                <a:latin typeface="Arial"/>
                <a:ea typeface="Arial"/>
                <a:cs typeface="Arial"/>
              </a:defRPr>
            </a:lvl4pPr>
            <a:lvl5pPr algn="l">
              <a:defRPr sz="1125" b="1">
                <a:solidFill>
                  <a:srgbClr val="25C4A8"/>
                </a:solidFill>
                <a:latin typeface="Arial"/>
                <a:ea typeface="Arial"/>
                <a:cs typeface="Arial"/>
              </a:defRPr>
            </a:lvl5pPr>
            <a:lvl6pPr algn="l">
              <a:defRPr sz="1125" b="1">
                <a:solidFill>
                  <a:srgbClr val="25C4A8"/>
                </a:solidFill>
                <a:latin typeface="Arial"/>
                <a:ea typeface="Arial"/>
                <a:cs typeface="Arial"/>
              </a:defRPr>
            </a:lvl6pPr>
            <a:lvl7pPr algn="l">
              <a:defRPr sz="1125" b="1">
                <a:solidFill>
                  <a:srgbClr val="25C4A8"/>
                </a:solidFill>
                <a:latin typeface="Arial"/>
                <a:ea typeface="Arial"/>
                <a:cs typeface="Arial"/>
              </a:defRPr>
            </a:lvl7pPr>
            <a:lvl8pPr algn="l">
              <a:defRPr sz="1125" b="1">
                <a:solidFill>
                  <a:srgbClr val="25C4A8"/>
                </a:solidFill>
                <a:latin typeface="Arial"/>
                <a:ea typeface="Arial"/>
                <a:cs typeface="Arial"/>
              </a:defRPr>
            </a:lvl8pPr>
            <a:lvl9pPr algn="l">
              <a:defRPr sz="1125" b="1">
                <a:solidFill>
                  <a:srgbClr val="25C4A8"/>
                </a:solidFill>
                <a:latin typeface="Arial"/>
                <a:ea typeface="Arial"/>
                <a:cs typeface="Arial"/>
              </a:defRPr>
            </a:lvl9pPr>
          </a:lstStyle>
          <a:p xmlns:a="http://schemas.openxmlformats.org/drawingml/2006/main">
            <a:pPr algn="l">
              <a:defRPr sz="1125" b="1">
                <a:solidFill>
                  <a:srgbClr val="25C4A8"/>
                </a:solidFill>
                <a:latin typeface="Arial"/>
                <a:ea typeface="Arial"/>
                <a:cs typeface="Arial"/>
              </a:defRPr>
            </a:pPr>
            <a:r>
              <a:rPr sz="1125" b="1">
                <a:solidFill>
                  <a:srgbClr val="25C4A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C47B05B-A231-4192-8B64-F4A940972C53}"/>
              </a:ext>
            </a:extLst>
          </p:cNvPr>
          <p:cNvSpPr>
            <a:spLocks xmlns:a="http://schemas.openxmlformats.org/drawingml/2006/main" noGrp="1"/>
          </p:cNvSpPr>
          <p:nvPr/>
        </p:nvSpPr>
        <p:spPr>
          <a:xfrm xmlns:a="http://schemas.openxmlformats.org/drawingml/2006/main">
            <a:off x="1047750" y="31242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Evidence file</a:t>
            </a:r>
          </a:p>
        </p:txBody>
      </p:sp>
      <p:sp>
        <p:nvSpPr>
          <p:cNvPr id="6" name="">
            <a:extLst xmlns:a="http://schemas.openxmlformats.org/drawingml/2006/main">
              <a:ext uri="{FF2B5EF4-FFF2-40B4-BE49-F238E27FC236}">
                <a16:creationId xmlns:a16="http://schemas.microsoft.com/office/drawing/2014/main" id="{4098FDEB-19FF-4F8E-A71B-893EC30D7459}"/>
              </a:ext>
            </a:extLst>
          </p:cNvPr>
          <p:cNvSpPr>
            <a:spLocks xmlns:a="http://schemas.openxmlformats.org/drawingml/2006/main" noGrp="1"/>
          </p:cNvSpPr>
          <p:nvPr/>
        </p:nvSpPr>
        <p:spPr>
          <a:xfrm xmlns:a="http://schemas.openxmlformats.org/drawingml/2006/main">
            <a:off x="1047750" y="3571875"/>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6D0D1"/>
                </a:solidFill>
                <a:latin typeface="Arial"/>
                <a:ea typeface="Arial"/>
                <a:cs typeface="Arial"/>
              </a:defRPr>
            </a:defPPr>
            <a:lvl1pPr algn="l">
              <a:defRPr sz="1350" b="0">
                <a:solidFill>
                  <a:srgbClr val="C6D0D1"/>
                </a:solidFill>
                <a:latin typeface="Arial"/>
                <a:ea typeface="Arial"/>
                <a:cs typeface="Arial"/>
              </a:defRPr>
            </a:lvl1pPr>
            <a:lvl2pPr algn="l">
              <a:defRPr sz="1350" b="0">
                <a:solidFill>
                  <a:srgbClr val="C6D0D1"/>
                </a:solidFill>
                <a:latin typeface="Arial"/>
                <a:ea typeface="Arial"/>
                <a:cs typeface="Arial"/>
              </a:defRPr>
            </a:lvl2pPr>
            <a:lvl3pPr algn="l">
              <a:defRPr sz="1350" b="0">
                <a:solidFill>
                  <a:srgbClr val="C6D0D1"/>
                </a:solidFill>
                <a:latin typeface="Arial"/>
                <a:ea typeface="Arial"/>
                <a:cs typeface="Arial"/>
              </a:defRPr>
            </a:lvl3pPr>
            <a:lvl4pPr algn="l">
              <a:defRPr sz="1350" b="0">
                <a:solidFill>
                  <a:srgbClr val="C6D0D1"/>
                </a:solidFill>
                <a:latin typeface="Arial"/>
                <a:ea typeface="Arial"/>
                <a:cs typeface="Arial"/>
              </a:defRPr>
            </a:lvl4pPr>
            <a:lvl5pPr algn="l">
              <a:defRPr sz="1350" b="0">
                <a:solidFill>
                  <a:srgbClr val="C6D0D1"/>
                </a:solidFill>
                <a:latin typeface="Arial"/>
                <a:ea typeface="Arial"/>
                <a:cs typeface="Arial"/>
              </a:defRPr>
            </a:lvl5pPr>
            <a:lvl6pPr algn="l">
              <a:defRPr sz="1350" b="0">
                <a:solidFill>
                  <a:srgbClr val="C6D0D1"/>
                </a:solidFill>
                <a:latin typeface="Arial"/>
                <a:ea typeface="Arial"/>
                <a:cs typeface="Arial"/>
              </a:defRPr>
            </a:lvl6pPr>
            <a:lvl7pPr algn="l">
              <a:defRPr sz="1350" b="0">
                <a:solidFill>
                  <a:srgbClr val="C6D0D1"/>
                </a:solidFill>
                <a:latin typeface="Arial"/>
                <a:ea typeface="Arial"/>
                <a:cs typeface="Arial"/>
              </a:defRPr>
            </a:lvl7pPr>
            <a:lvl8pPr algn="l">
              <a:defRPr sz="1350" b="0">
                <a:solidFill>
                  <a:srgbClr val="C6D0D1"/>
                </a:solidFill>
                <a:latin typeface="Arial"/>
                <a:ea typeface="Arial"/>
                <a:cs typeface="Arial"/>
              </a:defRPr>
            </a:lvl8pPr>
            <a:lvl9pPr algn="l">
              <a:defRPr sz="1350" b="0">
                <a:solidFill>
                  <a:srgbClr val="C6D0D1"/>
                </a:solidFill>
                <a:latin typeface="Arial"/>
                <a:ea typeface="Arial"/>
                <a:cs typeface="Arial"/>
              </a:defRPr>
            </a:lvl9pPr>
          </a:lstStyle>
          <a:p xmlns:a="http://schemas.openxmlformats.org/drawingml/2006/main">
            <a:pPr algn="l">
              <a:defRPr sz="1350" b="0">
                <a:solidFill>
                  <a:srgbClr val="C6D0D1"/>
                </a:solidFill>
                <a:latin typeface="Arial"/>
                <a:ea typeface="Arial"/>
                <a:cs typeface="Arial"/>
              </a:defRPr>
            </a:pPr>
            <a:r>
              <a:rPr sz="1350" b="0">
                <a:solidFill>
                  <a:srgbClr val="C6D0D1"/>
                </a:solidFill>
                <a:latin typeface="Arial"/>
                <a:ea typeface="Arial"/>
                <a:cs typeface="Arial"/>
              </a:rPr>
              <a:t>Original bytes</a:t>
            </a:r>
          </a:p>
          <a:p xmlns:a="http://schemas.openxmlformats.org/drawingml/2006/main">
            <a:pPr algn="l">
              <a:defRPr sz="1350" b="0">
                <a:solidFill>
                  <a:srgbClr val="C6D0D1"/>
                </a:solidFill>
                <a:latin typeface="Arial"/>
                <a:ea typeface="Arial"/>
                <a:cs typeface="Arial"/>
              </a:defRPr>
            </a:pPr>
            <a:r>
              <a:rPr sz="1350" b="0">
                <a:solidFill>
                  <a:srgbClr val="C6D0D1"/>
                </a:solidFill>
                <a:latin typeface="Arial"/>
                <a:ea typeface="Arial"/>
                <a:cs typeface="Arial"/>
              </a:rPr>
              <a:t>plus case details</a:t>
            </a:r>
          </a:p>
        </p:txBody>
      </p:sp>
      <p:sp>
        <p:nvSpPr>
          <p:cNvPr id="7" name="">
            <a:extLst xmlns:a="http://schemas.openxmlformats.org/drawingml/2006/main">
              <a:ext uri="{FF2B5EF4-FFF2-40B4-BE49-F238E27FC236}">
                <a16:creationId xmlns:a16="http://schemas.microsoft.com/office/drawing/2014/main" id="{04BBDE64-A6E2-4F91-9E62-724C9AE0A0F0}"/>
              </a:ext>
            </a:extLst>
          </p:cNvPr>
          <p:cNvSpPr>
            <a:spLocks xmlns:a="http://schemas.openxmlformats.org/drawingml/2006/main" noGrp="1"/>
          </p:cNvSpPr>
          <p:nvPr/>
        </p:nvSpPr>
        <p:spPr>
          <a:xfrm xmlns:a="http://schemas.openxmlformats.org/drawingml/2006/main">
            <a:off x="3076575" y="3305175"/>
            <a:ext cx="419100" cy="114300"/>
          </a:xfrm>
          <a:prstGeom xmlns:a="http://schemas.openxmlformats.org/drawingml/2006/main" prst="rightArrow">
            <a:avLst/>
          </a:prstGeom>
          <a:solidFill xmlns:a="http://schemas.openxmlformats.org/drawingml/2006/main">
            <a:srgbClr val="25C4A8"/>
          </a:solidFill>
          <a:ln xmlns:a="http://schemas.openxmlformats.org/drawingml/2006/main" w="0">
            <a:noFill/>
            <a:prstDash val="solid"/>
          </a:ln>
        </p:spPr>
      </p:sp>
      <p:sp>
        <p:nvSpPr>
          <p:cNvPr id="8" name="model-step-2">
            <a:extLst xmlns:a="http://schemas.openxmlformats.org/drawingml/2006/main">
              <a:ext uri="{FF2B5EF4-FFF2-40B4-BE49-F238E27FC236}">
                <a16:creationId xmlns:a16="http://schemas.microsoft.com/office/drawing/2014/main" id="{63130124-7A9D-49D1-AD1B-3307A9DE8156}"/>
              </a:ext>
            </a:extLst>
          </p:cNvPr>
          <p:cNvSpPr>
            <a:spLocks xmlns:a="http://schemas.openxmlformats.org/drawingml/2006/main" noGrp="1"/>
          </p:cNvSpPr>
          <p:nvPr/>
        </p:nvSpPr>
        <p:spPr>
          <a:xfrm xmlns:a="http://schemas.openxmlformats.org/drawingml/2006/main">
            <a:off x="3581400" y="2571750"/>
            <a:ext cx="2114550" cy="1619250"/>
          </a:xfrm>
          <a:prstGeom xmlns:a="http://schemas.openxmlformats.org/drawingml/2006/main" prst="roundRect">
            <a:avLst>
              <a:gd name="adj" fmla="val 3529"/>
            </a:avLst>
          </a:prstGeom>
          <a:solidFill xmlns:a="http://schemas.openxmlformats.org/drawingml/2006/main">
            <a:srgbClr val="DDF4E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D02A10A-A834-445F-A0D4-19A15C23CB2F}"/>
              </a:ext>
            </a:extLst>
          </p:cNvPr>
          <p:cNvSpPr>
            <a:spLocks xmlns:a="http://schemas.openxmlformats.org/drawingml/2006/main" noGrp="1"/>
          </p:cNvSpPr>
          <p:nvPr/>
        </p:nvSpPr>
        <p:spPr>
          <a:xfrm xmlns:a="http://schemas.openxmlformats.org/drawingml/2006/main">
            <a:off x="3752850" y="27432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66757D"/>
                </a:solidFill>
                <a:latin typeface="Arial"/>
                <a:ea typeface="Arial"/>
                <a:cs typeface="Arial"/>
              </a:defRPr>
            </a:defPPr>
            <a:lvl1pPr algn="l">
              <a:defRPr sz="1125" b="1">
                <a:solidFill>
                  <a:srgbClr val="66757D"/>
                </a:solidFill>
                <a:latin typeface="Arial"/>
                <a:ea typeface="Arial"/>
                <a:cs typeface="Arial"/>
              </a:defRPr>
            </a:lvl1pPr>
            <a:lvl2pPr algn="l">
              <a:defRPr sz="1125" b="1">
                <a:solidFill>
                  <a:srgbClr val="66757D"/>
                </a:solidFill>
                <a:latin typeface="Arial"/>
                <a:ea typeface="Arial"/>
                <a:cs typeface="Arial"/>
              </a:defRPr>
            </a:lvl2pPr>
            <a:lvl3pPr algn="l">
              <a:defRPr sz="1125" b="1">
                <a:solidFill>
                  <a:srgbClr val="66757D"/>
                </a:solidFill>
                <a:latin typeface="Arial"/>
                <a:ea typeface="Arial"/>
                <a:cs typeface="Arial"/>
              </a:defRPr>
            </a:lvl3pPr>
            <a:lvl4pPr algn="l">
              <a:defRPr sz="1125" b="1">
                <a:solidFill>
                  <a:srgbClr val="66757D"/>
                </a:solidFill>
                <a:latin typeface="Arial"/>
                <a:ea typeface="Arial"/>
                <a:cs typeface="Arial"/>
              </a:defRPr>
            </a:lvl4pPr>
            <a:lvl5pPr algn="l">
              <a:defRPr sz="1125" b="1">
                <a:solidFill>
                  <a:srgbClr val="66757D"/>
                </a:solidFill>
                <a:latin typeface="Arial"/>
                <a:ea typeface="Arial"/>
                <a:cs typeface="Arial"/>
              </a:defRPr>
            </a:lvl5pPr>
            <a:lvl6pPr algn="l">
              <a:defRPr sz="1125" b="1">
                <a:solidFill>
                  <a:srgbClr val="66757D"/>
                </a:solidFill>
                <a:latin typeface="Arial"/>
                <a:ea typeface="Arial"/>
                <a:cs typeface="Arial"/>
              </a:defRPr>
            </a:lvl6pPr>
            <a:lvl7pPr algn="l">
              <a:defRPr sz="1125" b="1">
                <a:solidFill>
                  <a:srgbClr val="66757D"/>
                </a:solidFill>
                <a:latin typeface="Arial"/>
                <a:ea typeface="Arial"/>
                <a:cs typeface="Arial"/>
              </a:defRPr>
            </a:lvl7pPr>
            <a:lvl8pPr algn="l">
              <a:defRPr sz="1125" b="1">
                <a:solidFill>
                  <a:srgbClr val="66757D"/>
                </a:solidFill>
                <a:latin typeface="Arial"/>
                <a:ea typeface="Arial"/>
                <a:cs typeface="Arial"/>
              </a:defRPr>
            </a:lvl8pPr>
            <a:lvl9pPr algn="l">
              <a:defRPr sz="1125" b="1">
                <a:solidFill>
                  <a:srgbClr val="66757D"/>
                </a:solidFill>
                <a:latin typeface="Arial"/>
                <a:ea typeface="Arial"/>
                <a:cs typeface="Arial"/>
              </a:defRPr>
            </a:lvl9pPr>
          </a:lstStyle>
          <a:p xmlns:a="http://schemas.openxmlformats.org/drawingml/2006/main">
            <a:pPr algn="l">
              <a:defRPr sz="1125" b="1">
                <a:solidFill>
                  <a:srgbClr val="66757D"/>
                </a:solidFill>
                <a:latin typeface="Arial"/>
                <a:ea typeface="Arial"/>
                <a:cs typeface="Arial"/>
              </a:defRPr>
            </a:pPr>
            <a:r>
              <a:rPr sz="1125" b="1">
                <a:solidFill>
                  <a:srgbClr val="66757D"/>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96DD4E2A-7FC2-4258-B7A3-7FE6DA2F5E2A}"/>
              </a:ext>
            </a:extLst>
          </p:cNvPr>
          <p:cNvSpPr>
            <a:spLocks xmlns:a="http://schemas.openxmlformats.org/drawingml/2006/main" noGrp="1"/>
          </p:cNvSpPr>
          <p:nvPr/>
        </p:nvSpPr>
        <p:spPr>
          <a:xfrm xmlns:a="http://schemas.openxmlformats.org/drawingml/2006/main">
            <a:off x="3752850" y="31242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01D26"/>
                </a:solidFill>
                <a:latin typeface="Arial"/>
                <a:ea typeface="Arial"/>
                <a:cs typeface="Arial"/>
              </a:defRPr>
            </a:defPPr>
            <a:lvl1pPr algn="l">
              <a:defRPr sz="1650" b="1">
                <a:solidFill>
                  <a:srgbClr val="101D26"/>
                </a:solidFill>
                <a:latin typeface="Arial"/>
                <a:ea typeface="Arial"/>
                <a:cs typeface="Arial"/>
              </a:defRPr>
            </a:lvl1pPr>
            <a:lvl2pPr algn="l">
              <a:defRPr sz="1650" b="1">
                <a:solidFill>
                  <a:srgbClr val="101D26"/>
                </a:solidFill>
                <a:latin typeface="Arial"/>
                <a:ea typeface="Arial"/>
                <a:cs typeface="Arial"/>
              </a:defRPr>
            </a:lvl2pPr>
            <a:lvl3pPr algn="l">
              <a:defRPr sz="1650" b="1">
                <a:solidFill>
                  <a:srgbClr val="101D26"/>
                </a:solidFill>
                <a:latin typeface="Arial"/>
                <a:ea typeface="Arial"/>
                <a:cs typeface="Arial"/>
              </a:defRPr>
            </a:lvl3pPr>
            <a:lvl4pPr algn="l">
              <a:defRPr sz="1650" b="1">
                <a:solidFill>
                  <a:srgbClr val="101D26"/>
                </a:solidFill>
                <a:latin typeface="Arial"/>
                <a:ea typeface="Arial"/>
                <a:cs typeface="Arial"/>
              </a:defRPr>
            </a:lvl4pPr>
            <a:lvl5pPr algn="l">
              <a:defRPr sz="1650" b="1">
                <a:solidFill>
                  <a:srgbClr val="101D26"/>
                </a:solidFill>
                <a:latin typeface="Arial"/>
                <a:ea typeface="Arial"/>
                <a:cs typeface="Arial"/>
              </a:defRPr>
            </a:lvl5pPr>
            <a:lvl6pPr algn="l">
              <a:defRPr sz="1650" b="1">
                <a:solidFill>
                  <a:srgbClr val="101D26"/>
                </a:solidFill>
                <a:latin typeface="Arial"/>
                <a:ea typeface="Arial"/>
                <a:cs typeface="Arial"/>
              </a:defRPr>
            </a:lvl6pPr>
            <a:lvl7pPr algn="l">
              <a:defRPr sz="1650" b="1">
                <a:solidFill>
                  <a:srgbClr val="101D26"/>
                </a:solidFill>
                <a:latin typeface="Arial"/>
                <a:ea typeface="Arial"/>
                <a:cs typeface="Arial"/>
              </a:defRPr>
            </a:lvl7pPr>
            <a:lvl8pPr algn="l">
              <a:defRPr sz="1650" b="1">
                <a:solidFill>
                  <a:srgbClr val="101D26"/>
                </a:solidFill>
                <a:latin typeface="Arial"/>
                <a:ea typeface="Arial"/>
                <a:cs typeface="Arial"/>
              </a:defRPr>
            </a:lvl8pPr>
            <a:lvl9pPr algn="l">
              <a:defRPr sz="1650" b="1">
                <a:solidFill>
                  <a:srgbClr val="101D26"/>
                </a:solidFill>
                <a:latin typeface="Arial"/>
                <a:ea typeface="Arial"/>
                <a:cs typeface="Arial"/>
              </a:defRPr>
            </a:lvl9pPr>
          </a:lstStyle>
          <a:p xmlns:a="http://schemas.openxmlformats.org/drawingml/2006/main">
            <a:pPr algn="l">
              <a:defRPr sz="1650" b="1">
                <a:solidFill>
                  <a:srgbClr val="101D26"/>
                </a:solidFill>
                <a:latin typeface="Arial"/>
                <a:ea typeface="Arial"/>
                <a:cs typeface="Arial"/>
              </a:defRPr>
            </a:pPr>
            <a:r>
              <a:rPr sz="1650" b="1">
                <a:solidFill>
                  <a:srgbClr val="101D26"/>
                </a:solidFill>
                <a:latin typeface="Arial"/>
                <a:ea typeface="Arial"/>
                <a:cs typeface="Arial"/>
              </a:rPr>
              <a:t>SHA-256</a:t>
            </a:r>
          </a:p>
        </p:txBody>
      </p:sp>
      <p:sp>
        <p:nvSpPr>
          <p:cNvPr id="11" name="">
            <a:extLst xmlns:a="http://schemas.openxmlformats.org/drawingml/2006/main">
              <a:ext uri="{FF2B5EF4-FFF2-40B4-BE49-F238E27FC236}">
                <a16:creationId xmlns:a16="http://schemas.microsoft.com/office/drawing/2014/main" id="{3107071E-B9D3-427B-95FB-3EBE1E192BE6}"/>
              </a:ext>
            </a:extLst>
          </p:cNvPr>
          <p:cNvSpPr>
            <a:spLocks xmlns:a="http://schemas.openxmlformats.org/drawingml/2006/main" noGrp="1"/>
          </p:cNvSpPr>
          <p:nvPr/>
        </p:nvSpPr>
        <p:spPr>
          <a:xfrm xmlns:a="http://schemas.openxmlformats.org/drawingml/2006/main">
            <a:off x="3752850" y="3571875"/>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66757D"/>
                </a:solidFill>
                <a:latin typeface="Arial"/>
                <a:ea typeface="Arial"/>
                <a:cs typeface="Arial"/>
              </a:defRPr>
            </a:defPPr>
            <a:lvl1pPr algn="l">
              <a:defRPr sz="1350" b="0">
                <a:solidFill>
                  <a:srgbClr val="66757D"/>
                </a:solidFill>
                <a:latin typeface="Arial"/>
                <a:ea typeface="Arial"/>
                <a:cs typeface="Arial"/>
              </a:defRPr>
            </a:lvl1pPr>
            <a:lvl2pPr algn="l">
              <a:defRPr sz="1350" b="0">
                <a:solidFill>
                  <a:srgbClr val="66757D"/>
                </a:solidFill>
                <a:latin typeface="Arial"/>
                <a:ea typeface="Arial"/>
                <a:cs typeface="Arial"/>
              </a:defRPr>
            </a:lvl2pPr>
            <a:lvl3pPr algn="l">
              <a:defRPr sz="1350" b="0">
                <a:solidFill>
                  <a:srgbClr val="66757D"/>
                </a:solidFill>
                <a:latin typeface="Arial"/>
                <a:ea typeface="Arial"/>
                <a:cs typeface="Arial"/>
              </a:defRPr>
            </a:lvl3pPr>
            <a:lvl4pPr algn="l">
              <a:defRPr sz="1350" b="0">
                <a:solidFill>
                  <a:srgbClr val="66757D"/>
                </a:solidFill>
                <a:latin typeface="Arial"/>
                <a:ea typeface="Arial"/>
                <a:cs typeface="Arial"/>
              </a:defRPr>
            </a:lvl4pPr>
            <a:lvl5pPr algn="l">
              <a:defRPr sz="1350" b="0">
                <a:solidFill>
                  <a:srgbClr val="66757D"/>
                </a:solidFill>
                <a:latin typeface="Arial"/>
                <a:ea typeface="Arial"/>
                <a:cs typeface="Arial"/>
              </a:defRPr>
            </a:lvl5pPr>
            <a:lvl6pPr algn="l">
              <a:defRPr sz="1350" b="0">
                <a:solidFill>
                  <a:srgbClr val="66757D"/>
                </a:solidFill>
                <a:latin typeface="Arial"/>
                <a:ea typeface="Arial"/>
                <a:cs typeface="Arial"/>
              </a:defRPr>
            </a:lvl6pPr>
            <a:lvl7pPr algn="l">
              <a:defRPr sz="1350" b="0">
                <a:solidFill>
                  <a:srgbClr val="66757D"/>
                </a:solidFill>
                <a:latin typeface="Arial"/>
                <a:ea typeface="Arial"/>
                <a:cs typeface="Arial"/>
              </a:defRPr>
            </a:lvl7pPr>
            <a:lvl8pPr algn="l">
              <a:defRPr sz="1350" b="0">
                <a:solidFill>
                  <a:srgbClr val="66757D"/>
                </a:solidFill>
                <a:latin typeface="Arial"/>
                <a:ea typeface="Arial"/>
                <a:cs typeface="Arial"/>
              </a:defRPr>
            </a:lvl8pPr>
            <a:lvl9pPr algn="l">
              <a:defRPr sz="1350" b="0">
                <a:solidFill>
                  <a:srgbClr val="66757D"/>
                </a:solidFill>
                <a:latin typeface="Arial"/>
                <a:ea typeface="Arial"/>
                <a:cs typeface="Arial"/>
              </a:defRPr>
            </a:lvl9pPr>
          </a:lstStyle>
          <a:p xmlns:a="http://schemas.openxmlformats.org/drawingml/2006/main">
            <a:pPr algn="l">
              <a:defRPr sz="1350" b="0">
                <a:solidFill>
                  <a:srgbClr val="66757D"/>
                </a:solidFill>
                <a:latin typeface="Arial"/>
                <a:ea typeface="Arial"/>
                <a:cs typeface="Arial"/>
              </a:defRPr>
            </a:pPr>
            <a:r>
              <a:rPr sz="1350" b="0">
                <a:solidFill>
                  <a:srgbClr val="66757D"/>
                </a:solidFill>
                <a:latin typeface="Arial"/>
                <a:ea typeface="Arial"/>
                <a:cs typeface="Arial"/>
              </a:rPr>
              <a:t>Fingerprint</a:t>
            </a:r>
          </a:p>
          <a:p xmlns:a="http://schemas.openxmlformats.org/drawingml/2006/main">
            <a:pPr algn="l">
              <a:defRPr sz="1350" b="0">
                <a:solidFill>
                  <a:srgbClr val="66757D"/>
                </a:solidFill>
                <a:latin typeface="Arial"/>
                <a:ea typeface="Arial"/>
                <a:cs typeface="Arial"/>
              </a:defRPr>
            </a:pPr>
            <a:r>
              <a:rPr sz="1350" b="0">
                <a:solidFill>
                  <a:srgbClr val="66757D"/>
                </a:solidFill>
                <a:latin typeface="Arial"/>
                <a:ea typeface="Arial"/>
                <a:cs typeface="Arial"/>
              </a:rPr>
              <a:t>for those bytes</a:t>
            </a:r>
          </a:p>
        </p:txBody>
      </p:sp>
      <p:sp>
        <p:nvSpPr>
          <p:cNvPr id="12" name="">
            <a:extLst xmlns:a="http://schemas.openxmlformats.org/drawingml/2006/main">
              <a:ext uri="{FF2B5EF4-FFF2-40B4-BE49-F238E27FC236}">
                <a16:creationId xmlns:a16="http://schemas.microsoft.com/office/drawing/2014/main" id="{A97A7268-FBCC-4CDF-A07C-DD14C15D9FA2}"/>
              </a:ext>
            </a:extLst>
          </p:cNvPr>
          <p:cNvSpPr>
            <a:spLocks xmlns:a="http://schemas.openxmlformats.org/drawingml/2006/main" noGrp="1"/>
          </p:cNvSpPr>
          <p:nvPr/>
        </p:nvSpPr>
        <p:spPr>
          <a:xfrm xmlns:a="http://schemas.openxmlformats.org/drawingml/2006/main">
            <a:off x="5781675" y="3305175"/>
            <a:ext cx="419100" cy="114300"/>
          </a:xfrm>
          <a:prstGeom xmlns:a="http://schemas.openxmlformats.org/drawingml/2006/main" prst="rightArrow">
            <a:avLst/>
          </a:prstGeom>
          <a:solidFill xmlns:a="http://schemas.openxmlformats.org/drawingml/2006/main">
            <a:srgbClr val="25C4A8"/>
          </a:solidFill>
          <a:ln xmlns:a="http://schemas.openxmlformats.org/drawingml/2006/main" w="0">
            <a:noFill/>
            <a:prstDash val="solid"/>
          </a:ln>
        </p:spPr>
      </p:sp>
      <p:sp>
        <p:nvSpPr>
          <p:cNvPr id="13" name="model-step-3">
            <a:extLst xmlns:a="http://schemas.openxmlformats.org/drawingml/2006/main">
              <a:ext uri="{FF2B5EF4-FFF2-40B4-BE49-F238E27FC236}">
                <a16:creationId xmlns:a16="http://schemas.microsoft.com/office/drawing/2014/main" id="{F8B9D02C-BD19-49D9-B155-13BC590E8409}"/>
              </a:ext>
            </a:extLst>
          </p:cNvPr>
          <p:cNvSpPr>
            <a:spLocks xmlns:a="http://schemas.openxmlformats.org/drawingml/2006/main" noGrp="1"/>
          </p:cNvSpPr>
          <p:nvPr/>
        </p:nvSpPr>
        <p:spPr>
          <a:xfrm xmlns:a="http://schemas.openxmlformats.org/drawingml/2006/main">
            <a:off x="6286500" y="2571750"/>
            <a:ext cx="2114550" cy="1619250"/>
          </a:xfrm>
          <a:prstGeom xmlns:a="http://schemas.openxmlformats.org/drawingml/2006/main" prst="roundRect">
            <a:avLst>
              <a:gd name="adj" fmla="val 3529"/>
            </a:avLst>
          </a:prstGeom>
          <a:solidFill xmlns:a="http://schemas.openxmlformats.org/drawingml/2006/main">
            <a:srgbClr val="F5F3E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EA0C77F-1EC3-4E8E-8594-D74B58A3FAF9}"/>
              </a:ext>
            </a:extLst>
          </p:cNvPr>
          <p:cNvSpPr>
            <a:spLocks xmlns:a="http://schemas.openxmlformats.org/drawingml/2006/main" noGrp="1"/>
          </p:cNvSpPr>
          <p:nvPr/>
        </p:nvSpPr>
        <p:spPr>
          <a:xfrm xmlns:a="http://schemas.openxmlformats.org/drawingml/2006/main">
            <a:off x="6457950" y="27432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66757D"/>
                </a:solidFill>
                <a:latin typeface="Arial"/>
                <a:ea typeface="Arial"/>
                <a:cs typeface="Arial"/>
              </a:defRPr>
            </a:defPPr>
            <a:lvl1pPr algn="l">
              <a:defRPr sz="1125" b="1">
                <a:solidFill>
                  <a:srgbClr val="66757D"/>
                </a:solidFill>
                <a:latin typeface="Arial"/>
                <a:ea typeface="Arial"/>
                <a:cs typeface="Arial"/>
              </a:defRPr>
            </a:lvl1pPr>
            <a:lvl2pPr algn="l">
              <a:defRPr sz="1125" b="1">
                <a:solidFill>
                  <a:srgbClr val="66757D"/>
                </a:solidFill>
                <a:latin typeface="Arial"/>
                <a:ea typeface="Arial"/>
                <a:cs typeface="Arial"/>
              </a:defRPr>
            </a:lvl2pPr>
            <a:lvl3pPr algn="l">
              <a:defRPr sz="1125" b="1">
                <a:solidFill>
                  <a:srgbClr val="66757D"/>
                </a:solidFill>
                <a:latin typeface="Arial"/>
                <a:ea typeface="Arial"/>
                <a:cs typeface="Arial"/>
              </a:defRPr>
            </a:lvl3pPr>
            <a:lvl4pPr algn="l">
              <a:defRPr sz="1125" b="1">
                <a:solidFill>
                  <a:srgbClr val="66757D"/>
                </a:solidFill>
                <a:latin typeface="Arial"/>
                <a:ea typeface="Arial"/>
                <a:cs typeface="Arial"/>
              </a:defRPr>
            </a:lvl4pPr>
            <a:lvl5pPr algn="l">
              <a:defRPr sz="1125" b="1">
                <a:solidFill>
                  <a:srgbClr val="66757D"/>
                </a:solidFill>
                <a:latin typeface="Arial"/>
                <a:ea typeface="Arial"/>
                <a:cs typeface="Arial"/>
              </a:defRPr>
            </a:lvl5pPr>
            <a:lvl6pPr algn="l">
              <a:defRPr sz="1125" b="1">
                <a:solidFill>
                  <a:srgbClr val="66757D"/>
                </a:solidFill>
                <a:latin typeface="Arial"/>
                <a:ea typeface="Arial"/>
                <a:cs typeface="Arial"/>
              </a:defRPr>
            </a:lvl6pPr>
            <a:lvl7pPr algn="l">
              <a:defRPr sz="1125" b="1">
                <a:solidFill>
                  <a:srgbClr val="66757D"/>
                </a:solidFill>
                <a:latin typeface="Arial"/>
                <a:ea typeface="Arial"/>
                <a:cs typeface="Arial"/>
              </a:defRPr>
            </a:lvl7pPr>
            <a:lvl8pPr algn="l">
              <a:defRPr sz="1125" b="1">
                <a:solidFill>
                  <a:srgbClr val="66757D"/>
                </a:solidFill>
                <a:latin typeface="Arial"/>
                <a:ea typeface="Arial"/>
                <a:cs typeface="Arial"/>
              </a:defRPr>
            </a:lvl8pPr>
            <a:lvl9pPr algn="l">
              <a:defRPr sz="1125" b="1">
                <a:solidFill>
                  <a:srgbClr val="66757D"/>
                </a:solidFill>
                <a:latin typeface="Arial"/>
                <a:ea typeface="Arial"/>
                <a:cs typeface="Arial"/>
              </a:defRPr>
            </a:lvl9pPr>
          </a:lstStyle>
          <a:p xmlns:a="http://schemas.openxmlformats.org/drawingml/2006/main">
            <a:pPr algn="l">
              <a:defRPr sz="1125" b="1">
                <a:solidFill>
                  <a:srgbClr val="66757D"/>
                </a:solidFill>
                <a:latin typeface="Arial"/>
                <a:ea typeface="Arial"/>
                <a:cs typeface="Arial"/>
              </a:defRPr>
            </a:pPr>
            <a:r>
              <a:rPr sz="1125" b="1">
                <a:solidFill>
                  <a:srgbClr val="66757D"/>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EFEDF9CA-2EE8-44FC-A101-915E9EB0D793}"/>
              </a:ext>
            </a:extLst>
          </p:cNvPr>
          <p:cNvSpPr>
            <a:spLocks xmlns:a="http://schemas.openxmlformats.org/drawingml/2006/main" noGrp="1"/>
          </p:cNvSpPr>
          <p:nvPr/>
        </p:nvSpPr>
        <p:spPr>
          <a:xfrm xmlns:a="http://schemas.openxmlformats.org/drawingml/2006/main">
            <a:off x="6457950" y="31242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01D26"/>
                </a:solidFill>
                <a:latin typeface="Arial"/>
                <a:ea typeface="Arial"/>
                <a:cs typeface="Arial"/>
              </a:defRPr>
            </a:defPPr>
            <a:lvl1pPr algn="l">
              <a:defRPr sz="1650" b="1">
                <a:solidFill>
                  <a:srgbClr val="101D26"/>
                </a:solidFill>
                <a:latin typeface="Arial"/>
                <a:ea typeface="Arial"/>
                <a:cs typeface="Arial"/>
              </a:defRPr>
            </a:lvl1pPr>
            <a:lvl2pPr algn="l">
              <a:defRPr sz="1650" b="1">
                <a:solidFill>
                  <a:srgbClr val="101D26"/>
                </a:solidFill>
                <a:latin typeface="Arial"/>
                <a:ea typeface="Arial"/>
                <a:cs typeface="Arial"/>
              </a:defRPr>
            </a:lvl2pPr>
            <a:lvl3pPr algn="l">
              <a:defRPr sz="1650" b="1">
                <a:solidFill>
                  <a:srgbClr val="101D26"/>
                </a:solidFill>
                <a:latin typeface="Arial"/>
                <a:ea typeface="Arial"/>
                <a:cs typeface="Arial"/>
              </a:defRPr>
            </a:lvl3pPr>
            <a:lvl4pPr algn="l">
              <a:defRPr sz="1650" b="1">
                <a:solidFill>
                  <a:srgbClr val="101D26"/>
                </a:solidFill>
                <a:latin typeface="Arial"/>
                <a:ea typeface="Arial"/>
                <a:cs typeface="Arial"/>
              </a:defRPr>
            </a:lvl4pPr>
            <a:lvl5pPr algn="l">
              <a:defRPr sz="1650" b="1">
                <a:solidFill>
                  <a:srgbClr val="101D26"/>
                </a:solidFill>
                <a:latin typeface="Arial"/>
                <a:ea typeface="Arial"/>
                <a:cs typeface="Arial"/>
              </a:defRPr>
            </a:lvl5pPr>
            <a:lvl6pPr algn="l">
              <a:defRPr sz="1650" b="1">
                <a:solidFill>
                  <a:srgbClr val="101D26"/>
                </a:solidFill>
                <a:latin typeface="Arial"/>
                <a:ea typeface="Arial"/>
                <a:cs typeface="Arial"/>
              </a:defRPr>
            </a:lvl6pPr>
            <a:lvl7pPr algn="l">
              <a:defRPr sz="1650" b="1">
                <a:solidFill>
                  <a:srgbClr val="101D26"/>
                </a:solidFill>
                <a:latin typeface="Arial"/>
                <a:ea typeface="Arial"/>
                <a:cs typeface="Arial"/>
              </a:defRPr>
            </a:lvl7pPr>
            <a:lvl8pPr algn="l">
              <a:defRPr sz="1650" b="1">
                <a:solidFill>
                  <a:srgbClr val="101D26"/>
                </a:solidFill>
                <a:latin typeface="Arial"/>
                <a:ea typeface="Arial"/>
                <a:cs typeface="Arial"/>
              </a:defRPr>
            </a:lvl8pPr>
            <a:lvl9pPr algn="l">
              <a:defRPr sz="1650" b="1">
                <a:solidFill>
                  <a:srgbClr val="101D26"/>
                </a:solidFill>
                <a:latin typeface="Arial"/>
                <a:ea typeface="Arial"/>
                <a:cs typeface="Arial"/>
              </a:defRPr>
            </a:lvl9pPr>
          </a:lstStyle>
          <a:p xmlns:a="http://schemas.openxmlformats.org/drawingml/2006/main">
            <a:pPr algn="l">
              <a:defRPr sz="1650" b="1">
                <a:solidFill>
                  <a:srgbClr val="101D26"/>
                </a:solidFill>
                <a:latin typeface="Arial"/>
                <a:ea typeface="Arial"/>
                <a:cs typeface="Arial"/>
              </a:defRPr>
            </a:pPr>
            <a:r>
              <a:rPr sz="1650" b="1">
                <a:solidFill>
                  <a:srgbClr val="101D26"/>
                </a:solidFill>
                <a:latin typeface="Arial"/>
                <a:ea typeface="Arial"/>
                <a:cs typeface="Arial"/>
              </a:rPr>
              <a:t>Evidence record</a:t>
            </a:r>
          </a:p>
        </p:txBody>
      </p:sp>
      <p:sp>
        <p:nvSpPr>
          <p:cNvPr id="16" name="">
            <a:extLst xmlns:a="http://schemas.openxmlformats.org/drawingml/2006/main">
              <a:ext uri="{FF2B5EF4-FFF2-40B4-BE49-F238E27FC236}">
                <a16:creationId xmlns:a16="http://schemas.microsoft.com/office/drawing/2014/main" id="{91BBE03C-0423-40A5-8665-DBA339237346}"/>
              </a:ext>
            </a:extLst>
          </p:cNvPr>
          <p:cNvSpPr>
            <a:spLocks xmlns:a="http://schemas.openxmlformats.org/drawingml/2006/main" noGrp="1"/>
          </p:cNvSpPr>
          <p:nvPr/>
        </p:nvSpPr>
        <p:spPr>
          <a:xfrm xmlns:a="http://schemas.openxmlformats.org/drawingml/2006/main">
            <a:off x="6457950" y="3571875"/>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66757D"/>
                </a:solidFill>
                <a:latin typeface="Arial"/>
                <a:ea typeface="Arial"/>
                <a:cs typeface="Arial"/>
              </a:defRPr>
            </a:defPPr>
            <a:lvl1pPr algn="l">
              <a:defRPr sz="1350" b="0">
                <a:solidFill>
                  <a:srgbClr val="66757D"/>
                </a:solidFill>
                <a:latin typeface="Arial"/>
                <a:ea typeface="Arial"/>
                <a:cs typeface="Arial"/>
              </a:defRPr>
            </a:lvl1pPr>
            <a:lvl2pPr algn="l">
              <a:defRPr sz="1350" b="0">
                <a:solidFill>
                  <a:srgbClr val="66757D"/>
                </a:solidFill>
                <a:latin typeface="Arial"/>
                <a:ea typeface="Arial"/>
                <a:cs typeface="Arial"/>
              </a:defRPr>
            </a:lvl2pPr>
            <a:lvl3pPr algn="l">
              <a:defRPr sz="1350" b="0">
                <a:solidFill>
                  <a:srgbClr val="66757D"/>
                </a:solidFill>
                <a:latin typeface="Arial"/>
                <a:ea typeface="Arial"/>
                <a:cs typeface="Arial"/>
              </a:defRPr>
            </a:lvl3pPr>
            <a:lvl4pPr algn="l">
              <a:defRPr sz="1350" b="0">
                <a:solidFill>
                  <a:srgbClr val="66757D"/>
                </a:solidFill>
                <a:latin typeface="Arial"/>
                <a:ea typeface="Arial"/>
                <a:cs typeface="Arial"/>
              </a:defRPr>
            </a:lvl4pPr>
            <a:lvl5pPr algn="l">
              <a:defRPr sz="1350" b="0">
                <a:solidFill>
                  <a:srgbClr val="66757D"/>
                </a:solidFill>
                <a:latin typeface="Arial"/>
                <a:ea typeface="Arial"/>
                <a:cs typeface="Arial"/>
              </a:defRPr>
            </a:lvl5pPr>
            <a:lvl6pPr algn="l">
              <a:defRPr sz="1350" b="0">
                <a:solidFill>
                  <a:srgbClr val="66757D"/>
                </a:solidFill>
                <a:latin typeface="Arial"/>
                <a:ea typeface="Arial"/>
                <a:cs typeface="Arial"/>
              </a:defRPr>
            </a:lvl6pPr>
            <a:lvl7pPr algn="l">
              <a:defRPr sz="1350" b="0">
                <a:solidFill>
                  <a:srgbClr val="66757D"/>
                </a:solidFill>
                <a:latin typeface="Arial"/>
                <a:ea typeface="Arial"/>
                <a:cs typeface="Arial"/>
              </a:defRPr>
            </a:lvl7pPr>
            <a:lvl8pPr algn="l">
              <a:defRPr sz="1350" b="0">
                <a:solidFill>
                  <a:srgbClr val="66757D"/>
                </a:solidFill>
                <a:latin typeface="Arial"/>
                <a:ea typeface="Arial"/>
                <a:cs typeface="Arial"/>
              </a:defRPr>
            </a:lvl8pPr>
            <a:lvl9pPr algn="l">
              <a:defRPr sz="1350" b="0">
                <a:solidFill>
                  <a:srgbClr val="66757D"/>
                </a:solidFill>
                <a:latin typeface="Arial"/>
                <a:ea typeface="Arial"/>
                <a:cs typeface="Arial"/>
              </a:defRPr>
            </a:lvl9pPr>
          </a:lstStyle>
          <a:p xmlns:a="http://schemas.openxmlformats.org/drawingml/2006/main">
            <a:pPr algn="l">
              <a:defRPr sz="1350" b="0">
                <a:solidFill>
                  <a:srgbClr val="66757D"/>
                </a:solidFill>
                <a:latin typeface="Arial"/>
                <a:ea typeface="Arial"/>
                <a:cs typeface="Arial"/>
              </a:defRPr>
            </a:pPr>
            <a:r>
              <a:rPr sz="1350" b="0">
                <a:solidFill>
                  <a:srgbClr val="66757D"/>
                </a:solidFill>
                <a:latin typeface="Arial"/>
                <a:ea typeface="Arial"/>
                <a:cs typeface="Arial"/>
              </a:rPr>
              <a:t>ID, category,</a:t>
            </a:r>
          </a:p>
          <a:p xmlns:a="http://schemas.openxmlformats.org/drawingml/2006/main">
            <a:pPr algn="l">
              <a:defRPr sz="1350" b="0">
                <a:solidFill>
                  <a:srgbClr val="66757D"/>
                </a:solidFill>
                <a:latin typeface="Arial"/>
                <a:ea typeface="Arial"/>
                <a:cs typeface="Arial"/>
              </a:defRPr>
            </a:pPr>
            <a:r>
              <a:rPr sz="1350" b="0">
                <a:solidFill>
                  <a:srgbClr val="66757D"/>
                </a:solidFill>
                <a:latin typeface="Arial"/>
                <a:ea typeface="Arial"/>
                <a:cs typeface="Arial"/>
              </a:rPr>
              <a:t>owner, date, status</a:t>
            </a:r>
          </a:p>
        </p:txBody>
      </p:sp>
      <p:sp>
        <p:nvSpPr>
          <p:cNvPr id="17" name="">
            <a:extLst xmlns:a="http://schemas.openxmlformats.org/drawingml/2006/main">
              <a:ext uri="{FF2B5EF4-FFF2-40B4-BE49-F238E27FC236}">
                <a16:creationId xmlns:a16="http://schemas.microsoft.com/office/drawing/2014/main" id="{48A018E7-2E02-4DFF-8745-5316F1AC0FB9}"/>
              </a:ext>
            </a:extLst>
          </p:cNvPr>
          <p:cNvSpPr>
            <a:spLocks xmlns:a="http://schemas.openxmlformats.org/drawingml/2006/main" noGrp="1"/>
          </p:cNvSpPr>
          <p:nvPr/>
        </p:nvSpPr>
        <p:spPr>
          <a:xfrm xmlns:a="http://schemas.openxmlformats.org/drawingml/2006/main">
            <a:off x="8486775" y="3305175"/>
            <a:ext cx="419100" cy="114300"/>
          </a:xfrm>
          <a:prstGeom xmlns:a="http://schemas.openxmlformats.org/drawingml/2006/main" prst="rightArrow">
            <a:avLst/>
          </a:prstGeom>
          <a:solidFill xmlns:a="http://schemas.openxmlformats.org/drawingml/2006/main">
            <a:srgbClr val="25C4A8"/>
          </a:solidFill>
          <a:ln xmlns:a="http://schemas.openxmlformats.org/drawingml/2006/main" w="0">
            <a:noFill/>
            <a:prstDash val="solid"/>
          </a:ln>
        </p:spPr>
      </p:sp>
      <p:sp>
        <p:nvSpPr>
          <p:cNvPr id="18" name="model-step-4">
            <a:extLst xmlns:a="http://schemas.openxmlformats.org/drawingml/2006/main">
              <a:ext uri="{FF2B5EF4-FFF2-40B4-BE49-F238E27FC236}">
                <a16:creationId xmlns:a16="http://schemas.microsoft.com/office/drawing/2014/main" id="{FAB49CEF-1492-498E-8469-6B1267DCE301}"/>
              </a:ext>
            </a:extLst>
          </p:cNvPr>
          <p:cNvSpPr>
            <a:spLocks xmlns:a="http://schemas.openxmlformats.org/drawingml/2006/main" noGrp="1"/>
          </p:cNvSpPr>
          <p:nvPr/>
        </p:nvSpPr>
        <p:spPr>
          <a:xfrm xmlns:a="http://schemas.openxmlformats.org/drawingml/2006/main">
            <a:off x="8991600" y="2571750"/>
            <a:ext cx="2114550" cy="1619250"/>
          </a:xfrm>
          <a:prstGeom xmlns:a="http://schemas.openxmlformats.org/drawingml/2006/main" prst="roundRect">
            <a:avLst>
              <a:gd name="adj" fmla="val 3529"/>
            </a:avLst>
          </a:prstGeom>
          <a:solidFill xmlns:a="http://schemas.openxmlformats.org/drawingml/2006/main">
            <a:srgbClr val="101D2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5323111-DAA4-4D47-81E5-ADA6F5BC2081}"/>
              </a:ext>
            </a:extLst>
          </p:cNvPr>
          <p:cNvSpPr>
            <a:spLocks xmlns:a="http://schemas.openxmlformats.org/drawingml/2006/main" noGrp="1"/>
          </p:cNvSpPr>
          <p:nvPr/>
        </p:nvSpPr>
        <p:spPr>
          <a:xfrm xmlns:a="http://schemas.openxmlformats.org/drawingml/2006/main">
            <a:off x="9163050" y="27432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5C4A8"/>
                </a:solidFill>
                <a:latin typeface="Arial"/>
                <a:ea typeface="Arial"/>
                <a:cs typeface="Arial"/>
              </a:defRPr>
            </a:defPPr>
            <a:lvl1pPr algn="l">
              <a:defRPr sz="1125" b="1">
                <a:solidFill>
                  <a:srgbClr val="25C4A8"/>
                </a:solidFill>
                <a:latin typeface="Arial"/>
                <a:ea typeface="Arial"/>
                <a:cs typeface="Arial"/>
              </a:defRPr>
            </a:lvl1pPr>
            <a:lvl2pPr algn="l">
              <a:defRPr sz="1125" b="1">
                <a:solidFill>
                  <a:srgbClr val="25C4A8"/>
                </a:solidFill>
                <a:latin typeface="Arial"/>
                <a:ea typeface="Arial"/>
                <a:cs typeface="Arial"/>
              </a:defRPr>
            </a:lvl2pPr>
            <a:lvl3pPr algn="l">
              <a:defRPr sz="1125" b="1">
                <a:solidFill>
                  <a:srgbClr val="25C4A8"/>
                </a:solidFill>
                <a:latin typeface="Arial"/>
                <a:ea typeface="Arial"/>
                <a:cs typeface="Arial"/>
              </a:defRPr>
            </a:lvl3pPr>
            <a:lvl4pPr algn="l">
              <a:defRPr sz="1125" b="1">
                <a:solidFill>
                  <a:srgbClr val="25C4A8"/>
                </a:solidFill>
                <a:latin typeface="Arial"/>
                <a:ea typeface="Arial"/>
                <a:cs typeface="Arial"/>
              </a:defRPr>
            </a:lvl4pPr>
            <a:lvl5pPr algn="l">
              <a:defRPr sz="1125" b="1">
                <a:solidFill>
                  <a:srgbClr val="25C4A8"/>
                </a:solidFill>
                <a:latin typeface="Arial"/>
                <a:ea typeface="Arial"/>
                <a:cs typeface="Arial"/>
              </a:defRPr>
            </a:lvl5pPr>
            <a:lvl6pPr algn="l">
              <a:defRPr sz="1125" b="1">
                <a:solidFill>
                  <a:srgbClr val="25C4A8"/>
                </a:solidFill>
                <a:latin typeface="Arial"/>
                <a:ea typeface="Arial"/>
                <a:cs typeface="Arial"/>
              </a:defRPr>
            </a:lvl6pPr>
            <a:lvl7pPr algn="l">
              <a:defRPr sz="1125" b="1">
                <a:solidFill>
                  <a:srgbClr val="25C4A8"/>
                </a:solidFill>
                <a:latin typeface="Arial"/>
                <a:ea typeface="Arial"/>
                <a:cs typeface="Arial"/>
              </a:defRPr>
            </a:lvl7pPr>
            <a:lvl8pPr algn="l">
              <a:defRPr sz="1125" b="1">
                <a:solidFill>
                  <a:srgbClr val="25C4A8"/>
                </a:solidFill>
                <a:latin typeface="Arial"/>
                <a:ea typeface="Arial"/>
                <a:cs typeface="Arial"/>
              </a:defRPr>
            </a:lvl8pPr>
            <a:lvl9pPr algn="l">
              <a:defRPr sz="1125" b="1">
                <a:solidFill>
                  <a:srgbClr val="25C4A8"/>
                </a:solidFill>
                <a:latin typeface="Arial"/>
                <a:ea typeface="Arial"/>
                <a:cs typeface="Arial"/>
              </a:defRPr>
            </a:lvl9pPr>
          </a:lstStyle>
          <a:p xmlns:a="http://schemas.openxmlformats.org/drawingml/2006/main">
            <a:pPr algn="l">
              <a:defRPr sz="1125" b="1">
                <a:solidFill>
                  <a:srgbClr val="25C4A8"/>
                </a:solidFill>
                <a:latin typeface="Arial"/>
                <a:ea typeface="Arial"/>
                <a:cs typeface="Arial"/>
              </a:defRPr>
            </a:pPr>
            <a:r>
              <a:rPr sz="1125" b="1">
                <a:solidFill>
                  <a:srgbClr val="25C4A8"/>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BB6B5781-1DD6-4CCB-A48D-870A26AAEC7A}"/>
              </a:ext>
            </a:extLst>
          </p:cNvPr>
          <p:cNvSpPr>
            <a:spLocks xmlns:a="http://schemas.openxmlformats.org/drawingml/2006/main" noGrp="1"/>
          </p:cNvSpPr>
          <p:nvPr/>
        </p:nvSpPr>
        <p:spPr>
          <a:xfrm xmlns:a="http://schemas.openxmlformats.org/drawingml/2006/main">
            <a:off x="9163050" y="31242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Custody events</a:t>
            </a:r>
          </a:p>
        </p:txBody>
      </p:sp>
      <p:sp>
        <p:nvSpPr>
          <p:cNvPr id="21" name="">
            <a:extLst xmlns:a="http://schemas.openxmlformats.org/drawingml/2006/main">
              <a:ext uri="{FF2B5EF4-FFF2-40B4-BE49-F238E27FC236}">
                <a16:creationId xmlns:a16="http://schemas.microsoft.com/office/drawing/2014/main" id="{AADE0B55-708F-4D99-9CDA-020BE66CEC0F}"/>
              </a:ext>
            </a:extLst>
          </p:cNvPr>
          <p:cNvSpPr>
            <a:spLocks xmlns:a="http://schemas.openxmlformats.org/drawingml/2006/main" noGrp="1"/>
          </p:cNvSpPr>
          <p:nvPr/>
        </p:nvSpPr>
        <p:spPr>
          <a:xfrm xmlns:a="http://schemas.openxmlformats.org/drawingml/2006/main">
            <a:off x="9163050" y="3571875"/>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6D0D1"/>
                </a:solidFill>
                <a:latin typeface="Arial"/>
                <a:ea typeface="Arial"/>
                <a:cs typeface="Arial"/>
              </a:defRPr>
            </a:defPPr>
            <a:lvl1pPr algn="l">
              <a:defRPr sz="1350" b="0">
                <a:solidFill>
                  <a:srgbClr val="C6D0D1"/>
                </a:solidFill>
                <a:latin typeface="Arial"/>
                <a:ea typeface="Arial"/>
                <a:cs typeface="Arial"/>
              </a:defRPr>
            </a:lvl1pPr>
            <a:lvl2pPr algn="l">
              <a:defRPr sz="1350" b="0">
                <a:solidFill>
                  <a:srgbClr val="C6D0D1"/>
                </a:solidFill>
                <a:latin typeface="Arial"/>
                <a:ea typeface="Arial"/>
                <a:cs typeface="Arial"/>
              </a:defRPr>
            </a:lvl2pPr>
            <a:lvl3pPr algn="l">
              <a:defRPr sz="1350" b="0">
                <a:solidFill>
                  <a:srgbClr val="C6D0D1"/>
                </a:solidFill>
                <a:latin typeface="Arial"/>
                <a:ea typeface="Arial"/>
                <a:cs typeface="Arial"/>
              </a:defRPr>
            </a:lvl3pPr>
            <a:lvl4pPr algn="l">
              <a:defRPr sz="1350" b="0">
                <a:solidFill>
                  <a:srgbClr val="C6D0D1"/>
                </a:solidFill>
                <a:latin typeface="Arial"/>
                <a:ea typeface="Arial"/>
                <a:cs typeface="Arial"/>
              </a:defRPr>
            </a:lvl4pPr>
            <a:lvl5pPr algn="l">
              <a:defRPr sz="1350" b="0">
                <a:solidFill>
                  <a:srgbClr val="C6D0D1"/>
                </a:solidFill>
                <a:latin typeface="Arial"/>
                <a:ea typeface="Arial"/>
                <a:cs typeface="Arial"/>
              </a:defRPr>
            </a:lvl5pPr>
            <a:lvl6pPr algn="l">
              <a:defRPr sz="1350" b="0">
                <a:solidFill>
                  <a:srgbClr val="C6D0D1"/>
                </a:solidFill>
                <a:latin typeface="Arial"/>
                <a:ea typeface="Arial"/>
                <a:cs typeface="Arial"/>
              </a:defRPr>
            </a:lvl6pPr>
            <a:lvl7pPr algn="l">
              <a:defRPr sz="1350" b="0">
                <a:solidFill>
                  <a:srgbClr val="C6D0D1"/>
                </a:solidFill>
                <a:latin typeface="Arial"/>
                <a:ea typeface="Arial"/>
                <a:cs typeface="Arial"/>
              </a:defRPr>
            </a:lvl7pPr>
            <a:lvl8pPr algn="l">
              <a:defRPr sz="1350" b="0">
                <a:solidFill>
                  <a:srgbClr val="C6D0D1"/>
                </a:solidFill>
                <a:latin typeface="Arial"/>
                <a:ea typeface="Arial"/>
                <a:cs typeface="Arial"/>
              </a:defRPr>
            </a:lvl8pPr>
            <a:lvl9pPr algn="l">
              <a:defRPr sz="1350" b="0">
                <a:solidFill>
                  <a:srgbClr val="C6D0D1"/>
                </a:solidFill>
                <a:latin typeface="Arial"/>
                <a:ea typeface="Arial"/>
                <a:cs typeface="Arial"/>
              </a:defRPr>
            </a:lvl9pPr>
          </a:lstStyle>
          <a:p xmlns:a="http://schemas.openxmlformats.org/drawingml/2006/main">
            <a:pPr algn="l">
              <a:defRPr sz="1350" b="0">
                <a:solidFill>
                  <a:srgbClr val="C6D0D1"/>
                </a:solidFill>
                <a:latin typeface="Arial"/>
                <a:ea typeface="Arial"/>
                <a:cs typeface="Arial"/>
              </a:defRPr>
            </a:pPr>
            <a:r>
              <a:rPr sz="1350" b="0">
                <a:solidFill>
                  <a:srgbClr val="C6D0D1"/>
                </a:solidFill>
                <a:latin typeface="Arial"/>
                <a:ea typeface="Arial"/>
                <a:cs typeface="Arial"/>
              </a:rPr>
              <a:t>Ordered actions</a:t>
            </a:r>
          </a:p>
          <a:p xmlns:a="http://schemas.openxmlformats.org/drawingml/2006/main">
            <a:pPr algn="l">
              <a:defRPr sz="1350" b="0">
                <a:solidFill>
                  <a:srgbClr val="C6D0D1"/>
                </a:solidFill>
                <a:latin typeface="Arial"/>
                <a:ea typeface="Arial"/>
                <a:cs typeface="Arial"/>
              </a:defRPr>
            </a:pPr>
            <a:r>
              <a:rPr sz="1350" b="0">
                <a:solidFill>
                  <a:srgbClr val="C6D0D1"/>
                </a:solidFill>
                <a:latin typeface="Arial"/>
                <a:ea typeface="Arial"/>
                <a:cs typeface="Arial"/>
              </a:rPr>
              <a:t>linked by hashes</a:t>
            </a:r>
          </a:p>
        </p:txBody>
      </p:sp>
      <p:sp>
        <p:nvSpPr>
          <p:cNvPr id="22" name="">
            <a:extLst xmlns:a="http://schemas.openxmlformats.org/drawingml/2006/main">
              <a:ext uri="{FF2B5EF4-FFF2-40B4-BE49-F238E27FC236}">
                <a16:creationId xmlns:a16="http://schemas.microsoft.com/office/drawing/2014/main" id="{29058F68-E8F7-425B-9F16-6796D40FB4D0}"/>
              </a:ext>
            </a:extLst>
          </p:cNvPr>
          <p:cNvSpPr>
            <a:spLocks xmlns:a="http://schemas.openxmlformats.org/drawingml/2006/main" noGrp="1"/>
          </p:cNvSpPr>
          <p:nvPr/>
        </p:nvSpPr>
        <p:spPr>
          <a:xfrm xmlns:a="http://schemas.openxmlformats.org/drawingml/2006/main">
            <a:off x="876300" y="4810125"/>
            <a:ext cx="10334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6757D"/>
                </a:solidFill>
                <a:latin typeface="Arial"/>
                <a:ea typeface="Arial"/>
                <a:cs typeface="Arial"/>
              </a:defRPr>
            </a:defPPr>
            <a:lvl1pPr algn="l">
              <a:defRPr sz="1575" b="0">
                <a:solidFill>
                  <a:srgbClr val="66757D"/>
                </a:solidFill>
                <a:latin typeface="Arial"/>
                <a:ea typeface="Arial"/>
                <a:cs typeface="Arial"/>
              </a:defRPr>
            </a:lvl1pPr>
            <a:lvl2pPr algn="l">
              <a:defRPr sz="1575" b="0">
                <a:solidFill>
                  <a:srgbClr val="66757D"/>
                </a:solidFill>
                <a:latin typeface="Arial"/>
                <a:ea typeface="Arial"/>
                <a:cs typeface="Arial"/>
              </a:defRPr>
            </a:lvl2pPr>
            <a:lvl3pPr algn="l">
              <a:defRPr sz="1575" b="0">
                <a:solidFill>
                  <a:srgbClr val="66757D"/>
                </a:solidFill>
                <a:latin typeface="Arial"/>
                <a:ea typeface="Arial"/>
                <a:cs typeface="Arial"/>
              </a:defRPr>
            </a:lvl3pPr>
            <a:lvl4pPr algn="l">
              <a:defRPr sz="1575" b="0">
                <a:solidFill>
                  <a:srgbClr val="66757D"/>
                </a:solidFill>
                <a:latin typeface="Arial"/>
                <a:ea typeface="Arial"/>
                <a:cs typeface="Arial"/>
              </a:defRPr>
            </a:lvl4pPr>
            <a:lvl5pPr algn="l">
              <a:defRPr sz="1575" b="0">
                <a:solidFill>
                  <a:srgbClr val="66757D"/>
                </a:solidFill>
                <a:latin typeface="Arial"/>
                <a:ea typeface="Arial"/>
                <a:cs typeface="Arial"/>
              </a:defRPr>
            </a:lvl5pPr>
            <a:lvl6pPr algn="l">
              <a:defRPr sz="1575" b="0">
                <a:solidFill>
                  <a:srgbClr val="66757D"/>
                </a:solidFill>
                <a:latin typeface="Arial"/>
                <a:ea typeface="Arial"/>
                <a:cs typeface="Arial"/>
              </a:defRPr>
            </a:lvl6pPr>
            <a:lvl7pPr algn="l">
              <a:defRPr sz="1575" b="0">
                <a:solidFill>
                  <a:srgbClr val="66757D"/>
                </a:solidFill>
                <a:latin typeface="Arial"/>
                <a:ea typeface="Arial"/>
                <a:cs typeface="Arial"/>
              </a:defRPr>
            </a:lvl7pPr>
            <a:lvl8pPr algn="l">
              <a:defRPr sz="1575" b="0">
                <a:solidFill>
                  <a:srgbClr val="66757D"/>
                </a:solidFill>
                <a:latin typeface="Arial"/>
                <a:ea typeface="Arial"/>
                <a:cs typeface="Arial"/>
              </a:defRPr>
            </a:lvl8pPr>
            <a:lvl9pPr algn="l">
              <a:defRPr sz="1575" b="0">
                <a:solidFill>
                  <a:srgbClr val="66757D"/>
                </a:solidFill>
                <a:latin typeface="Arial"/>
                <a:ea typeface="Arial"/>
                <a:cs typeface="Arial"/>
              </a:defRPr>
            </a:lvl9pPr>
          </a:lstStyle>
          <a:p xmlns:a="http://schemas.openxmlformats.org/drawingml/2006/main">
            <a:pPr algn="l">
              <a:defRPr sz="1575" b="0">
                <a:solidFill>
                  <a:srgbClr val="66757D"/>
                </a:solidFill>
                <a:latin typeface="Arial"/>
                <a:ea typeface="Arial"/>
                <a:cs typeface="Arial"/>
              </a:defRPr>
            </a:pPr>
            <a:r>
              <a:rPr sz="1575" b="0">
                <a:solidFill>
                  <a:srgbClr val="66757D"/>
                </a:solidFill>
                <a:latin typeface="Arial"/>
                <a:ea typeface="Arial"/>
                <a:cs typeface="Arial"/>
              </a:rPr>
              <a:t>Today, the browser stores both the uploaded file and its record. No blockchain transaction is made.</a:t>
            </a:r>
          </a:p>
        </p:txBody>
      </p:sp>
      <p:sp>
        <p:nvSpPr>
          <p:cNvPr id="23" name="">
            <a:extLst xmlns:a="http://schemas.openxmlformats.org/drawingml/2006/main">
              <a:ext uri="{FF2B5EF4-FFF2-40B4-BE49-F238E27FC236}">
                <a16:creationId xmlns:a16="http://schemas.microsoft.com/office/drawing/2014/main" id="{A714DE9D-8A2E-4532-A1FD-741DF8BD5CAC}"/>
              </a:ext>
            </a:extLst>
          </p:cNvPr>
          <p:cNvSpPr>
            <a:spLocks xmlns:a="http://schemas.openxmlformats.org/drawingml/2006/main" noGrp="1"/>
          </p:cNvSpPr>
          <p:nvPr/>
        </p:nvSpPr>
        <p:spPr>
          <a:xfrm xmlns:a="http://schemas.openxmlformats.org/drawingml/2006/main">
            <a:off x="762000" y="6496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78858A"/>
                </a:solidFill>
                <a:latin typeface="Arial"/>
                <a:ea typeface="Arial"/>
                <a:cs typeface="Arial"/>
              </a:defRPr>
            </a:defPPr>
            <a:lvl1pPr algn="l">
              <a:defRPr sz="900" b="1">
                <a:solidFill>
                  <a:srgbClr val="78858A"/>
                </a:solidFill>
                <a:latin typeface="Arial"/>
                <a:ea typeface="Arial"/>
                <a:cs typeface="Arial"/>
              </a:defRPr>
            </a:lvl1pPr>
            <a:lvl2pPr algn="l">
              <a:defRPr sz="900" b="1">
                <a:solidFill>
                  <a:srgbClr val="78858A"/>
                </a:solidFill>
                <a:latin typeface="Arial"/>
                <a:ea typeface="Arial"/>
                <a:cs typeface="Arial"/>
              </a:defRPr>
            </a:lvl2pPr>
            <a:lvl3pPr algn="l">
              <a:defRPr sz="900" b="1">
                <a:solidFill>
                  <a:srgbClr val="78858A"/>
                </a:solidFill>
                <a:latin typeface="Arial"/>
                <a:ea typeface="Arial"/>
                <a:cs typeface="Arial"/>
              </a:defRPr>
            </a:lvl3pPr>
            <a:lvl4pPr algn="l">
              <a:defRPr sz="900" b="1">
                <a:solidFill>
                  <a:srgbClr val="78858A"/>
                </a:solidFill>
                <a:latin typeface="Arial"/>
                <a:ea typeface="Arial"/>
                <a:cs typeface="Arial"/>
              </a:defRPr>
            </a:lvl4pPr>
            <a:lvl5pPr algn="l">
              <a:defRPr sz="900" b="1">
                <a:solidFill>
                  <a:srgbClr val="78858A"/>
                </a:solidFill>
                <a:latin typeface="Arial"/>
                <a:ea typeface="Arial"/>
                <a:cs typeface="Arial"/>
              </a:defRPr>
            </a:lvl5pPr>
            <a:lvl6pPr algn="l">
              <a:defRPr sz="900" b="1">
                <a:solidFill>
                  <a:srgbClr val="78858A"/>
                </a:solidFill>
                <a:latin typeface="Arial"/>
                <a:ea typeface="Arial"/>
                <a:cs typeface="Arial"/>
              </a:defRPr>
            </a:lvl6pPr>
            <a:lvl7pPr algn="l">
              <a:defRPr sz="900" b="1">
                <a:solidFill>
                  <a:srgbClr val="78858A"/>
                </a:solidFill>
                <a:latin typeface="Arial"/>
                <a:ea typeface="Arial"/>
                <a:cs typeface="Arial"/>
              </a:defRPr>
            </a:lvl7pPr>
            <a:lvl8pPr algn="l">
              <a:defRPr sz="900" b="1">
                <a:solidFill>
                  <a:srgbClr val="78858A"/>
                </a:solidFill>
                <a:latin typeface="Arial"/>
                <a:ea typeface="Arial"/>
                <a:cs typeface="Arial"/>
              </a:defRPr>
            </a:lvl8pPr>
            <a:lvl9pPr algn="l">
              <a:defRPr sz="900" b="1">
                <a:solidFill>
                  <a:srgbClr val="78858A"/>
                </a:solidFill>
                <a:latin typeface="Arial"/>
                <a:ea typeface="Arial"/>
                <a:cs typeface="Arial"/>
              </a:defRPr>
            </a:lvl9pPr>
          </a:lstStyle>
          <a:p xmlns:a="http://schemas.openxmlformats.org/drawingml/2006/main">
            <a:pPr algn="l">
              <a:defRPr sz="900" b="1">
                <a:solidFill>
                  <a:srgbClr val="78858A"/>
                </a:solidFill>
                <a:latin typeface="Arial"/>
                <a:ea typeface="Arial"/>
                <a:cs typeface="Arial"/>
              </a:defRPr>
            </a:pPr>
            <a:r>
              <a:rPr sz="900" b="1">
                <a:solidFill>
                  <a:srgbClr val="78858A"/>
                </a:solidFill>
                <a:latin typeface="Arial"/>
                <a:ea typeface="Arial"/>
                <a:cs typeface="Arial"/>
              </a:rPr>
              <a:t>PROOFCASE  /  DIGITAL EVIDENCE VAULT</a:t>
            </a:r>
          </a:p>
        </p:txBody>
      </p:sp>
      <p:sp>
        <p:nvSpPr>
          <p:cNvPr id="24" name="">
            <a:extLst xmlns:a="http://schemas.openxmlformats.org/drawingml/2006/main">
              <a:ext uri="{FF2B5EF4-FFF2-40B4-BE49-F238E27FC236}">
                <a16:creationId xmlns:a16="http://schemas.microsoft.com/office/drawing/2014/main" id="{2B5A547A-0DC5-465F-8ABC-D822FE5F867D}"/>
              </a:ext>
            </a:extLst>
          </p:cNvPr>
          <p:cNvSpPr>
            <a:spLocks xmlns:a="http://schemas.openxmlformats.org/drawingml/2006/main" noGrp="1"/>
          </p:cNvSpPr>
          <p:nvPr/>
        </p:nvSpPr>
        <p:spPr>
          <a:xfrm xmlns:a="http://schemas.openxmlformats.org/drawingml/2006/main">
            <a:off x="10668000" y="649605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78858A"/>
                </a:solidFill>
                <a:latin typeface="Arial"/>
                <a:ea typeface="Arial"/>
                <a:cs typeface="Arial"/>
              </a:defRPr>
            </a:defPPr>
            <a:lvl1pPr algn="r">
              <a:defRPr sz="900" b="0">
                <a:solidFill>
                  <a:srgbClr val="78858A"/>
                </a:solidFill>
                <a:latin typeface="Arial"/>
                <a:ea typeface="Arial"/>
                <a:cs typeface="Arial"/>
              </a:defRPr>
            </a:lvl1pPr>
            <a:lvl2pPr algn="r">
              <a:defRPr sz="900" b="0">
                <a:solidFill>
                  <a:srgbClr val="78858A"/>
                </a:solidFill>
                <a:latin typeface="Arial"/>
                <a:ea typeface="Arial"/>
                <a:cs typeface="Arial"/>
              </a:defRPr>
            </a:lvl2pPr>
            <a:lvl3pPr algn="r">
              <a:defRPr sz="900" b="0">
                <a:solidFill>
                  <a:srgbClr val="78858A"/>
                </a:solidFill>
                <a:latin typeface="Arial"/>
                <a:ea typeface="Arial"/>
                <a:cs typeface="Arial"/>
              </a:defRPr>
            </a:lvl3pPr>
            <a:lvl4pPr algn="r">
              <a:defRPr sz="900" b="0">
                <a:solidFill>
                  <a:srgbClr val="78858A"/>
                </a:solidFill>
                <a:latin typeface="Arial"/>
                <a:ea typeface="Arial"/>
                <a:cs typeface="Arial"/>
              </a:defRPr>
            </a:lvl4pPr>
            <a:lvl5pPr algn="r">
              <a:defRPr sz="900" b="0">
                <a:solidFill>
                  <a:srgbClr val="78858A"/>
                </a:solidFill>
                <a:latin typeface="Arial"/>
                <a:ea typeface="Arial"/>
                <a:cs typeface="Arial"/>
              </a:defRPr>
            </a:lvl5pPr>
            <a:lvl6pPr algn="r">
              <a:defRPr sz="900" b="0">
                <a:solidFill>
                  <a:srgbClr val="78858A"/>
                </a:solidFill>
                <a:latin typeface="Arial"/>
                <a:ea typeface="Arial"/>
                <a:cs typeface="Arial"/>
              </a:defRPr>
            </a:lvl6pPr>
            <a:lvl7pPr algn="r">
              <a:defRPr sz="900" b="0">
                <a:solidFill>
                  <a:srgbClr val="78858A"/>
                </a:solidFill>
                <a:latin typeface="Arial"/>
                <a:ea typeface="Arial"/>
                <a:cs typeface="Arial"/>
              </a:defRPr>
            </a:lvl7pPr>
            <a:lvl8pPr algn="r">
              <a:defRPr sz="900" b="0">
                <a:solidFill>
                  <a:srgbClr val="78858A"/>
                </a:solidFill>
                <a:latin typeface="Arial"/>
                <a:ea typeface="Arial"/>
                <a:cs typeface="Arial"/>
              </a:defRPr>
            </a:lvl8pPr>
            <a:lvl9pPr algn="r">
              <a:defRPr sz="900" b="0">
                <a:solidFill>
                  <a:srgbClr val="78858A"/>
                </a:solidFill>
                <a:latin typeface="Arial"/>
                <a:ea typeface="Arial"/>
                <a:cs typeface="Arial"/>
              </a:defRPr>
            </a:lvl9pPr>
          </a:lstStyle>
          <a:p xmlns:a="http://schemas.openxmlformats.org/drawingml/2006/main">
            <a:pPr algn="r">
              <a:defRPr sz="900" b="0">
                <a:solidFill>
                  <a:srgbClr val="78858A"/>
                </a:solidFill>
                <a:latin typeface="Arial"/>
                <a:ea typeface="Arial"/>
                <a:cs typeface="Arial"/>
              </a:defRPr>
            </a:pPr>
            <a:r>
              <a:rPr sz="900" b="0">
                <a:solidFill>
                  <a:srgbClr val="78858A"/>
                </a:solidFill>
                <a:latin typeface="Arial"/>
                <a:ea typeface="Arial"/>
                <a:cs typeface="Arial"/>
              </a:rPr>
              <a:t>03 / 10</a:t>
            </a:r>
          </a:p>
        </p:txBody>
      </p:sp>
    </p:spTree>
    <p:extLst>
      <p:ext uri="{BB962C8B-B14F-4D97-AF65-F5344CB8AC3E}">
        <p14:creationId xmlns:p14="http://schemas.microsoft.com/office/powerpoint/2010/main" val="1316947677"/>
      </p:ext>
    </p:extLst>
  </p:cSld>
</p:sld>
</file>

<file path=ppt/slides/slide4.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10C8A1E-2134-4179-82D0-063F0183491B}"/>
              </a:ext>
            </a:extLst>
          </p:cNvPr>
          <p:cNvSpPr>
            <a:spLocks xmlns:a="http://schemas.openxmlformats.org/drawingml/2006/main" noGrp="1"/>
          </p:cNvSpPr>
          <p:nvPr/>
        </p:nvSpPr>
        <p:spPr>
          <a:xfrm xmlns:a="http://schemas.openxmlformats.org/drawingml/2006/main">
            <a:off x="762000" y="638175"/>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01D26"/>
                </a:solidFill>
                <a:latin typeface="Arial"/>
                <a:ea typeface="Arial"/>
                <a:cs typeface="Arial"/>
              </a:defRPr>
            </a:defPPr>
            <a:lvl1pPr algn="l">
              <a:defRPr sz="3225" b="1">
                <a:solidFill>
                  <a:srgbClr val="101D26"/>
                </a:solidFill>
                <a:latin typeface="Arial"/>
                <a:ea typeface="Arial"/>
                <a:cs typeface="Arial"/>
              </a:defRPr>
            </a:lvl1pPr>
            <a:lvl2pPr algn="l">
              <a:defRPr sz="3225" b="1">
                <a:solidFill>
                  <a:srgbClr val="101D26"/>
                </a:solidFill>
                <a:latin typeface="Arial"/>
                <a:ea typeface="Arial"/>
                <a:cs typeface="Arial"/>
              </a:defRPr>
            </a:lvl2pPr>
            <a:lvl3pPr algn="l">
              <a:defRPr sz="3225" b="1">
                <a:solidFill>
                  <a:srgbClr val="101D26"/>
                </a:solidFill>
                <a:latin typeface="Arial"/>
                <a:ea typeface="Arial"/>
                <a:cs typeface="Arial"/>
              </a:defRPr>
            </a:lvl3pPr>
            <a:lvl4pPr algn="l">
              <a:defRPr sz="3225" b="1">
                <a:solidFill>
                  <a:srgbClr val="101D26"/>
                </a:solidFill>
                <a:latin typeface="Arial"/>
                <a:ea typeface="Arial"/>
                <a:cs typeface="Arial"/>
              </a:defRPr>
            </a:lvl4pPr>
            <a:lvl5pPr algn="l">
              <a:defRPr sz="3225" b="1">
                <a:solidFill>
                  <a:srgbClr val="101D26"/>
                </a:solidFill>
                <a:latin typeface="Arial"/>
                <a:ea typeface="Arial"/>
                <a:cs typeface="Arial"/>
              </a:defRPr>
            </a:lvl5pPr>
            <a:lvl6pPr algn="l">
              <a:defRPr sz="3225" b="1">
                <a:solidFill>
                  <a:srgbClr val="101D26"/>
                </a:solidFill>
                <a:latin typeface="Arial"/>
                <a:ea typeface="Arial"/>
                <a:cs typeface="Arial"/>
              </a:defRPr>
            </a:lvl6pPr>
            <a:lvl7pPr algn="l">
              <a:defRPr sz="3225" b="1">
                <a:solidFill>
                  <a:srgbClr val="101D26"/>
                </a:solidFill>
                <a:latin typeface="Arial"/>
                <a:ea typeface="Arial"/>
                <a:cs typeface="Arial"/>
              </a:defRPr>
            </a:lvl7pPr>
            <a:lvl8pPr algn="l">
              <a:defRPr sz="3225" b="1">
                <a:solidFill>
                  <a:srgbClr val="101D26"/>
                </a:solidFill>
                <a:latin typeface="Arial"/>
                <a:ea typeface="Arial"/>
                <a:cs typeface="Arial"/>
              </a:defRPr>
            </a:lvl8pPr>
            <a:lvl9pPr algn="l">
              <a:defRPr sz="3225" b="1">
                <a:solidFill>
                  <a:srgbClr val="101D26"/>
                </a:solidFill>
                <a:latin typeface="Arial"/>
                <a:ea typeface="Arial"/>
                <a:cs typeface="Arial"/>
              </a:defRPr>
            </a:lvl9pPr>
          </a:lstStyle>
          <a:p xmlns:a="http://schemas.openxmlformats.org/drawingml/2006/main">
            <a:pPr algn="l">
              <a:defRPr sz="3225" b="1">
                <a:solidFill>
                  <a:srgbClr val="101D26"/>
                </a:solidFill>
                <a:latin typeface="Arial"/>
                <a:ea typeface="Arial"/>
                <a:cs typeface="Arial"/>
              </a:defRPr>
            </a:pPr>
            <a:r>
              <a:rPr sz="3225" b="1">
                <a:solidFill>
                  <a:srgbClr val="101D26"/>
                </a:solidFill>
                <a:latin typeface="Arial"/>
                <a:ea typeface="Arial"/>
                <a:cs typeface="Arial"/>
              </a:rPr>
              <a:t>Evidence intake</a:t>
            </a:r>
          </a:p>
        </p:txBody>
      </p:sp>
      <p:sp>
        <p:nvSpPr>
          <p:cNvPr id="2" name="">
            <a:extLst xmlns:a="http://schemas.openxmlformats.org/drawingml/2006/main">
              <a:ext uri="{FF2B5EF4-FFF2-40B4-BE49-F238E27FC236}">
                <a16:creationId xmlns:a16="http://schemas.microsoft.com/office/drawing/2014/main" id="{47910FB4-8611-4946-950C-44D2793E6B21}"/>
              </a:ext>
            </a:extLst>
          </p:cNvPr>
          <p:cNvSpPr>
            <a:spLocks xmlns:a="http://schemas.openxmlformats.org/drawingml/2006/main" noGrp="1"/>
          </p:cNvSpPr>
          <p:nvPr/>
        </p:nvSpPr>
        <p:spPr>
          <a:xfrm xmlns:a="http://schemas.openxmlformats.org/drawingml/2006/main">
            <a:off x="781050" y="12573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6757D"/>
                </a:solidFill>
                <a:latin typeface="Arial"/>
                <a:ea typeface="Arial"/>
                <a:cs typeface="Arial"/>
              </a:defRPr>
            </a:defPPr>
            <a:lvl1pPr algn="l">
              <a:defRPr sz="1575" b="0">
                <a:solidFill>
                  <a:srgbClr val="66757D"/>
                </a:solidFill>
                <a:latin typeface="Arial"/>
                <a:ea typeface="Arial"/>
                <a:cs typeface="Arial"/>
              </a:defRPr>
            </a:lvl1pPr>
            <a:lvl2pPr algn="l">
              <a:defRPr sz="1575" b="0">
                <a:solidFill>
                  <a:srgbClr val="66757D"/>
                </a:solidFill>
                <a:latin typeface="Arial"/>
                <a:ea typeface="Arial"/>
                <a:cs typeface="Arial"/>
              </a:defRPr>
            </a:lvl2pPr>
            <a:lvl3pPr algn="l">
              <a:defRPr sz="1575" b="0">
                <a:solidFill>
                  <a:srgbClr val="66757D"/>
                </a:solidFill>
                <a:latin typeface="Arial"/>
                <a:ea typeface="Arial"/>
                <a:cs typeface="Arial"/>
              </a:defRPr>
            </a:lvl3pPr>
            <a:lvl4pPr algn="l">
              <a:defRPr sz="1575" b="0">
                <a:solidFill>
                  <a:srgbClr val="66757D"/>
                </a:solidFill>
                <a:latin typeface="Arial"/>
                <a:ea typeface="Arial"/>
                <a:cs typeface="Arial"/>
              </a:defRPr>
            </a:lvl4pPr>
            <a:lvl5pPr algn="l">
              <a:defRPr sz="1575" b="0">
                <a:solidFill>
                  <a:srgbClr val="66757D"/>
                </a:solidFill>
                <a:latin typeface="Arial"/>
                <a:ea typeface="Arial"/>
                <a:cs typeface="Arial"/>
              </a:defRPr>
            </a:lvl5pPr>
            <a:lvl6pPr algn="l">
              <a:defRPr sz="1575" b="0">
                <a:solidFill>
                  <a:srgbClr val="66757D"/>
                </a:solidFill>
                <a:latin typeface="Arial"/>
                <a:ea typeface="Arial"/>
                <a:cs typeface="Arial"/>
              </a:defRPr>
            </a:lvl6pPr>
            <a:lvl7pPr algn="l">
              <a:defRPr sz="1575" b="0">
                <a:solidFill>
                  <a:srgbClr val="66757D"/>
                </a:solidFill>
                <a:latin typeface="Arial"/>
                <a:ea typeface="Arial"/>
                <a:cs typeface="Arial"/>
              </a:defRPr>
            </a:lvl7pPr>
            <a:lvl8pPr algn="l">
              <a:defRPr sz="1575" b="0">
                <a:solidFill>
                  <a:srgbClr val="66757D"/>
                </a:solidFill>
                <a:latin typeface="Arial"/>
                <a:ea typeface="Arial"/>
                <a:cs typeface="Arial"/>
              </a:defRPr>
            </a:lvl8pPr>
            <a:lvl9pPr algn="l">
              <a:defRPr sz="1575" b="0">
                <a:solidFill>
                  <a:srgbClr val="66757D"/>
                </a:solidFill>
                <a:latin typeface="Arial"/>
                <a:ea typeface="Arial"/>
                <a:cs typeface="Arial"/>
              </a:defRPr>
            </a:lvl9pPr>
          </a:lstStyle>
          <a:p xmlns:a="http://schemas.openxmlformats.org/drawingml/2006/main">
            <a:pPr algn="l">
              <a:defRPr sz="1575" b="0">
                <a:solidFill>
                  <a:srgbClr val="66757D"/>
                </a:solidFill>
                <a:latin typeface="Arial"/>
                <a:ea typeface="Arial"/>
                <a:cs typeface="Arial"/>
              </a:defRPr>
            </a:pPr>
            <a:r>
              <a:rPr sz="1575" b="0">
                <a:solidFill>
                  <a:srgbClr val="66757D"/>
                </a:solidFill>
                <a:latin typeface="Arial"/>
                <a:ea typeface="Arial"/>
                <a:cs typeface="Arial"/>
              </a:rPr>
              <a:t>Adding an item starts a record that can be searched and reviewed.</a:t>
            </a:r>
          </a:p>
        </p:txBody>
      </p:sp>
      <p:sp>
        <p:nvSpPr>
          <p:cNvPr id="3" name="">
            <a:extLst xmlns:a="http://schemas.openxmlformats.org/drawingml/2006/main">
              <a:ext uri="{FF2B5EF4-FFF2-40B4-BE49-F238E27FC236}">
                <a16:creationId xmlns:a16="http://schemas.microsoft.com/office/drawing/2014/main" id="{DB4E9616-0D44-4CC0-9F12-65D2DCD6348D}"/>
              </a:ext>
            </a:extLst>
          </p:cNvPr>
          <p:cNvSpPr>
            <a:spLocks xmlns:a="http://schemas.openxmlformats.org/drawingml/2006/main" noGrp="1"/>
          </p:cNvSpPr>
          <p:nvPr/>
        </p:nvSpPr>
        <p:spPr>
          <a:xfrm xmlns:a="http://schemas.openxmlformats.org/drawingml/2006/main">
            <a:off x="1181100" y="2152650"/>
            <a:ext cx="28575" cy="3352800"/>
          </a:xfrm>
          <a:prstGeom xmlns:a="http://schemas.openxmlformats.org/drawingml/2006/main" prst="rect">
            <a:avLst/>
          </a:prstGeom>
          <a:solidFill xmlns:a="http://schemas.openxmlformats.org/drawingml/2006/main">
            <a:srgbClr val="B7C6C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E8D9465-6429-4B88-984D-B816C26495F3}"/>
              </a:ext>
            </a:extLst>
          </p:cNvPr>
          <p:cNvSpPr>
            <a:spLocks xmlns:a="http://schemas.openxmlformats.org/drawingml/2006/main" noGrp="1"/>
          </p:cNvSpPr>
          <p:nvPr/>
        </p:nvSpPr>
        <p:spPr>
          <a:xfrm xmlns:a="http://schemas.openxmlformats.org/drawingml/2006/main">
            <a:off x="971550" y="2038350"/>
            <a:ext cx="457200" cy="457200"/>
          </a:xfrm>
          <a:prstGeom xmlns:a="http://schemas.openxmlformats.org/drawingml/2006/main" prst="ellipse">
            <a:avLst/>
          </a:prstGeom>
          <a:solidFill xmlns:a="http://schemas.openxmlformats.org/drawingml/2006/main">
            <a:srgbClr val="101D2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C43E53F-37D7-447C-BABE-9B424F74BDC3}"/>
              </a:ext>
            </a:extLst>
          </p:cNvPr>
          <p:cNvSpPr>
            <a:spLocks xmlns:a="http://schemas.openxmlformats.org/drawingml/2006/main" noGrp="1"/>
          </p:cNvSpPr>
          <p:nvPr/>
        </p:nvSpPr>
        <p:spPr>
          <a:xfrm xmlns:a="http://schemas.openxmlformats.org/drawingml/2006/main">
            <a:off x="971550" y="2143125"/>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FFFFFF"/>
                </a:solidFill>
                <a:latin typeface="Arial"/>
                <a:ea typeface="Arial"/>
                <a:cs typeface="Arial"/>
              </a:defRPr>
            </a:defPPr>
            <a:lvl1pPr algn="ctr">
              <a:defRPr sz="1425" b="1">
                <a:solidFill>
                  <a:srgbClr val="FFFFFF"/>
                </a:solidFill>
                <a:latin typeface="Arial"/>
                <a:ea typeface="Arial"/>
                <a:cs typeface="Arial"/>
              </a:defRPr>
            </a:lvl1pPr>
            <a:lvl2pPr algn="ctr">
              <a:defRPr sz="1425" b="1">
                <a:solidFill>
                  <a:srgbClr val="FFFFFF"/>
                </a:solidFill>
                <a:latin typeface="Arial"/>
                <a:ea typeface="Arial"/>
                <a:cs typeface="Arial"/>
              </a:defRPr>
            </a:lvl2pPr>
            <a:lvl3pPr algn="ctr">
              <a:defRPr sz="1425" b="1">
                <a:solidFill>
                  <a:srgbClr val="FFFFFF"/>
                </a:solidFill>
                <a:latin typeface="Arial"/>
                <a:ea typeface="Arial"/>
                <a:cs typeface="Arial"/>
              </a:defRPr>
            </a:lvl3pPr>
            <a:lvl4pPr algn="ctr">
              <a:defRPr sz="1425" b="1">
                <a:solidFill>
                  <a:srgbClr val="FFFFFF"/>
                </a:solidFill>
                <a:latin typeface="Arial"/>
                <a:ea typeface="Arial"/>
                <a:cs typeface="Arial"/>
              </a:defRPr>
            </a:lvl4pPr>
            <a:lvl5pPr algn="ctr">
              <a:defRPr sz="1425" b="1">
                <a:solidFill>
                  <a:srgbClr val="FFFFFF"/>
                </a:solidFill>
                <a:latin typeface="Arial"/>
                <a:ea typeface="Arial"/>
                <a:cs typeface="Arial"/>
              </a:defRPr>
            </a:lvl5pPr>
            <a:lvl6pPr algn="ctr">
              <a:defRPr sz="1425" b="1">
                <a:solidFill>
                  <a:srgbClr val="FFFFFF"/>
                </a:solidFill>
                <a:latin typeface="Arial"/>
                <a:ea typeface="Arial"/>
                <a:cs typeface="Arial"/>
              </a:defRPr>
            </a:lvl6pPr>
            <a:lvl7pPr algn="ctr">
              <a:defRPr sz="1425" b="1">
                <a:solidFill>
                  <a:srgbClr val="FFFFFF"/>
                </a:solidFill>
                <a:latin typeface="Arial"/>
                <a:ea typeface="Arial"/>
                <a:cs typeface="Arial"/>
              </a:defRPr>
            </a:lvl7pPr>
            <a:lvl8pPr algn="ctr">
              <a:defRPr sz="1425" b="1">
                <a:solidFill>
                  <a:srgbClr val="FFFFFF"/>
                </a:solidFill>
                <a:latin typeface="Arial"/>
                <a:ea typeface="Arial"/>
                <a:cs typeface="Arial"/>
              </a:defRPr>
            </a:lvl8pPr>
            <a:lvl9pPr algn="ctr">
              <a:defRPr sz="1425" b="1">
                <a:solidFill>
                  <a:srgbClr val="FFFFFF"/>
                </a:solidFill>
                <a:latin typeface="Arial"/>
                <a:ea typeface="Arial"/>
                <a:cs typeface="Arial"/>
              </a:defRPr>
            </a:lvl9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2E7A5AC6-FABD-457F-AD70-F6EA01D9987C}"/>
              </a:ext>
            </a:extLst>
          </p:cNvPr>
          <p:cNvSpPr>
            <a:spLocks xmlns:a="http://schemas.openxmlformats.org/drawingml/2006/main" noGrp="1"/>
          </p:cNvSpPr>
          <p:nvPr/>
        </p:nvSpPr>
        <p:spPr>
          <a:xfrm xmlns:a="http://schemas.openxmlformats.org/drawingml/2006/main">
            <a:off x="1790700" y="202882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01D26"/>
                </a:solidFill>
                <a:latin typeface="Arial"/>
                <a:ea typeface="Arial"/>
                <a:cs typeface="Arial"/>
              </a:defRPr>
            </a:defPPr>
            <a:lvl1pPr algn="l">
              <a:defRPr sz="1800" b="1">
                <a:solidFill>
                  <a:srgbClr val="101D26"/>
                </a:solidFill>
                <a:latin typeface="Arial"/>
                <a:ea typeface="Arial"/>
                <a:cs typeface="Arial"/>
              </a:defRPr>
            </a:lvl1pPr>
            <a:lvl2pPr algn="l">
              <a:defRPr sz="1800" b="1">
                <a:solidFill>
                  <a:srgbClr val="101D26"/>
                </a:solidFill>
                <a:latin typeface="Arial"/>
                <a:ea typeface="Arial"/>
                <a:cs typeface="Arial"/>
              </a:defRPr>
            </a:lvl2pPr>
            <a:lvl3pPr algn="l">
              <a:defRPr sz="1800" b="1">
                <a:solidFill>
                  <a:srgbClr val="101D26"/>
                </a:solidFill>
                <a:latin typeface="Arial"/>
                <a:ea typeface="Arial"/>
                <a:cs typeface="Arial"/>
              </a:defRPr>
            </a:lvl3pPr>
            <a:lvl4pPr algn="l">
              <a:defRPr sz="1800" b="1">
                <a:solidFill>
                  <a:srgbClr val="101D26"/>
                </a:solidFill>
                <a:latin typeface="Arial"/>
                <a:ea typeface="Arial"/>
                <a:cs typeface="Arial"/>
              </a:defRPr>
            </a:lvl4pPr>
            <a:lvl5pPr algn="l">
              <a:defRPr sz="1800" b="1">
                <a:solidFill>
                  <a:srgbClr val="101D26"/>
                </a:solidFill>
                <a:latin typeface="Arial"/>
                <a:ea typeface="Arial"/>
                <a:cs typeface="Arial"/>
              </a:defRPr>
            </a:lvl5pPr>
            <a:lvl6pPr algn="l">
              <a:defRPr sz="1800" b="1">
                <a:solidFill>
                  <a:srgbClr val="101D26"/>
                </a:solidFill>
                <a:latin typeface="Arial"/>
                <a:ea typeface="Arial"/>
                <a:cs typeface="Arial"/>
              </a:defRPr>
            </a:lvl6pPr>
            <a:lvl7pPr algn="l">
              <a:defRPr sz="1800" b="1">
                <a:solidFill>
                  <a:srgbClr val="101D26"/>
                </a:solidFill>
                <a:latin typeface="Arial"/>
                <a:ea typeface="Arial"/>
                <a:cs typeface="Arial"/>
              </a:defRPr>
            </a:lvl7pPr>
            <a:lvl8pPr algn="l">
              <a:defRPr sz="1800" b="1">
                <a:solidFill>
                  <a:srgbClr val="101D26"/>
                </a:solidFill>
                <a:latin typeface="Arial"/>
                <a:ea typeface="Arial"/>
                <a:cs typeface="Arial"/>
              </a:defRPr>
            </a:lvl8pPr>
            <a:lvl9pPr algn="l">
              <a:defRPr sz="1800" b="1">
                <a:solidFill>
                  <a:srgbClr val="101D26"/>
                </a:solidFill>
                <a:latin typeface="Arial"/>
                <a:ea typeface="Arial"/>
                <a:cs typeface="Arial"/>
              </a:defRPr>
            </a:lvl9pPr>
          </a:lstStyle>
          <a:p xmlns:a="http://schemas.openxmlformats.org/drawingml/2006/main">
            <a:pPr algn="l">
              <a:defRPr sz="1800" b="1">
                <a:solidFill>
                  <a:srgbClr val="101D26"/>
                </a:solidFill>
                <a:latin typeface="Arial"/>
                <a:ea typeface="Arial"/>
                <a:cs typeface="Arial"/>
              </a:defRPr>
            </a:pPr>
            <a:r>
              <a:rPr sz="1800" b="1">
                <a:solidFill>
                  <a:srgbClr val="101D26"/>
                </a:solidFill>
                <a:latin typeface="Arial"/>
                <a:ea typeface="Arial"/>
                <a:cs typeface="Arial"/>
              </a:rPr>
              <a:t>Select the file</a:t>
            </a:r>
          </a:p>
        </p:txBody>
      </p:sp>
      <p:sp>
        <p:nvSpPr>
          <p:cNvPr id="7" name="">
            <a:extLst xmlns:a="http://schemas.openxmlformats.org/drawingml/2006/main">
              <a:ext uri="{FF2B5EF4-FFF2-40B4-BE49-F238E27FC236}">
                <a16:creationId xmlns:a16="http://schemas.microsoft.com/office/drawing/2014/main" id="{A6C719E0-6902-4BFB-A051-BD9A3A3C70E0}"/>
              </a:ext>
            </a:extLst>
          </p:cNvPr>
          <p:cNvSpPr>
            <a:spLocks xmlns:a="http://schemas.openxmlformats.org/drawingml/2006/main" noGrp="1"/>
          </p:cNvSpPr>
          <p:nvPr/>
        </p:nvSpPr>
        <p:spPr>
          <a:xfrm xmlns:a="http://schemas.openxmlformats.org/drawingml/2006/main">
            <a:off x="1790700" y="2381250"/>
            <a:ext cx="838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6757D"/>
                </a:solidFill>
                <a:latin typeface="Arial"/>
                <a:ea typeface="Arial"/>
                <a:cs typeface="Arial"/>
              </a:defRPr>
            </a:defPPr>
            <a:lvl1pPr algn="l">
              <a:defRPr sz="1425" b="0">
                <a:solidFill>
                  <a:srgbClr val="66757D"/>
                </a:solidFill>
                <a:latin typeface="Arial"/>
                <a:ea typeface="Arial"/>
                <a:cs typeface="Arial"/>
              </a:defRPr>
            </a:lvl1pPr>
            <a:lvl2pPr algn="l">
              <a:defRPr sz="1425" b="0">
                <a:solidFill>
                  <a:srgbClr val="66757D"/>
                </a:solidFill>
                <a:latin typeface="Arial"/>
                <a:ea typeface="Arial"/>
                <a:cs typeface="Arial"/>
              </a:defRPr>
            </a:lvl2pPr>
            <a:lvl3pPr algn="l">
              <a:defRPr sz="1425" b="0">
                <a:solidFill>
                  <a:srgbClr val="66757D"/>
                </a:solidFill>
                <a:latin typeface="Arial"/>
                <a:ea typeface="Arial"/>
                <a:cs typeface="Arial"/>
              </a:defRPr>
            </a:lvl3pPr>
            <a:lvl4pPr algn="l">
              <a:defRPr sz="1425" b="0">
                <a:solidFill>
                  <a:srgbClr val="66757D"/>
                </a:solidFill>
                <a:latin typeface="Arial"/>
                <a:ea typeface="Arial"/>
                <a:cs typeface="Arial"/>
              </a:defRPr>
            </a:lvl4pPr>
            <a:lvl5pPr algn="l">
              <a:defRPr sz="1425" b="0">
                <a:solidFill>
                  <a:srgbClr val="66757D"/>
                </a:solidFill>
                <a:latin typeface="Arial"/>
                <a:ea typeface="Arial"/>
                <a:cs typeface="Arial"/>
              </a:defRPr>
            </a:lvl5pPr>
            <a:lvl6pPr algn="l">
              <a:defRPr sz="1425" b="0">
                <a:solidFill>
                  <a:srgbClr val="66757D"/>
                </a:solidFill>
                <a:latin typeface="Arial"/>
                <a:ea typeface="Arial"/>
                <a:cs typeface="Arial"/>
              </a:defRPr>
            </a:lvl6pPr>
            <a:lvl7pPr algn="l">
              <a:defRPr sz="1425" b="0">
                <a:solidFill>
                  <a:srgbClr val="66757D"/>
                </a:solidFill>
                <a:latin typeface="Arial"/>
                <a:ea typeface="Arial"/>
                <a:cs typeface="Arial"/>
              </a:defRPr>
            </a:lvl7pPr>
            <a:lvl8pPr algn="l">
              <a:defRPr sz="1425" b="0">
                <a:solidFill>
                  <a:srgbClr val="66757D"/>
                </a:solidFill>
                <a:latin typeface="Arial"/>
                <a:ea typeface="Arial"/>
                <a:cs typeface="Arial"/>
              </a:defRPr>
            </a:lvl8pPr>
            <a:lvl9pPr algn="l">
              <a:defRPr sz="1425" b="0">
                <a:solidFill>
                  <a:srgbClr val="66757D"/>
                </a:solidFill>
                <a:latin typeface="Arial"/>
                <a:ea typeface="Arial"/>
                <a:cs typeface="Arial"/>
              </a:defRPr>
            </a:lvl9pPr>
          </a:lstStyle>
          <a:p xmlns:a="http://schemas.openxmlformats.org/drawingml/2006/main">
            <a:pPr algn="l">
              <a:defRPr sz="1425" b="0">
                <a:solidFill>
                  <a:srgbClr val="66757D"/>
                </a:solidFill>
                <a:latin typeface="Arial"/>
                <a:ea typeface="Arial"/>
                <a:cs typeface="Arial"/>
              </a:defRPr>
            </a:pPr>
            <a:r>
              <a:rPr sz="1425" b="0">
                <a:solidFill>
                  <a:srgbClr val="66757D"/>
                </a:solidFill>
                <a:latin typeface="Arial"/>
                <a:ea typeface="Arial"/>
                <a:cs typeface="Arial"/>
              </a:rPr>
              <a:t>Choose a file from the device. The MVP saves its contents in browser storage.</a:t>
            </a:r>
          </a:p>
        </p:txBody>
      </p:sp>
      <p:sp>
        <p:nvSpPr>
          <p:cNvPr id="8" name="">
            <a:extLst xmlns:a="http://schemas.openxmlformats.org/drawingml/2006/main">
              <a:ext uri="{FF2B5EF4-FFF2-40B4-BE49-F238E27FC236}">
                <a16:creationId xmlns:a16="http://schemas.microsoft.com/office/drawing/2014/main" id="{BDDB96D3-AA9E-42DB-9E88-15B0E573D17A}"/>
              </a:ext>
            </a:extLst>
          </p:cNvPr>
          <p:cNvSpPr>
            <a:spLocks xmlns:a="http://schemas.openxmlformats.org/drawingml/2006/main" noGrp="1"/>
          </p:cNvSpPr>
          <p:nvPr/>
        </p:nvSpPr>
        <p:spPr>
          <a:xfrm xmlns:a="http://schemas.openxmlformats.org/drawingml/2006/main">
            <a:off x="971550" y="2952750"/>
            <a:ext cx="457200" cy="457200"/>
          </a:xfrm>
          <a:prstGeom xmlns:a="http://schemas.openxmlformats.org/drawingml/2006/main" prst="ellipse">
            <a:avLst/>
          </a:prstGeom>
          <a:solidFill xmlns:a="http://schemas.openxmlformats.org/drawingml/2006/main">
            <a:srgbClr val="101D2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53FA1ED-1054-420E-A6CD-091418F4917D}"/>
              </a:ext>
            </a:extLst>
          </p:cNvPr>
          <p:cNvSpPr>
            <a:spLocks xmlns:a="http://schemas.openxmlformats.org/drawingml/2006/main" noGrp="1"/>
          </p:cNvSpPr>
          <p:nvPr/>
        </p:nvSpPr>
        <p:spPr>
          <a:xfrm xmlns:a="http://schemas.openxmlformats.org/drawingml/2006/main">
            <a:off x="971550" y="3057525"/>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FFFFFF"/>
                </a:solidFill>
                <a:latin typeface="Arial"/>
                <a:ea typeface="Arial"/>
                <a:cs typeface="Arial"/>
              </a:defRPr>
            </a:defPPr>
            <a:lvl1pPr algn="ctr">
              <a:defRPr sz="1425" b="1">
                <a:solidFill>
                  <a:srgbClr val="FFFFFF"/>
                </a:solidFill>
                <a:latin typeface="Arial"/>
                <a:ea typeface="Arial"/>
                <a:cs typeface="Arial"/>
              </a:defRPr>
            </a:lvl1pPr>
            <a:lvl2pPr algn="ctr">
              <a:defRPr sz="1425" b="1">
                <a:solidFill>
                  <a:srgbClr val="FFFFFF"/>
                </a:solidFill>
                <a:latin typeface="Arial"/>
                <a:ea typeface="Arial"/>
                <a:cs typeface="Arial"/>
              </a:defRPr>
            </a:lvl2pPr>
            <a:lvl3pPr algn="ctr">
              <a:defRPr sz="1425" b="1">
                <a:solidFill>
                  <a:srgbClr val="FFFFFF"/>
                </a:solidFill>
                <a:latin typeface="Arial"/>
                <a:ea typeface="Arial"/>
                <a:cs typeface="Arial"/>
              </a:defRPr>
            </a:lvl3pPr>
            <a:lvl4pPr algn="ctr">
              <a:defRPr sz="1425" b="1">
                <a:solidFill>
                  <a:srgbClr val="FFFFFF"/>
                </a:solidFill>
                <a:latin typeface="Arial"/>
                <a:ea typeface="Arial"/>
                <a:cs typeface="Arial"/>
              </a:defRPr>
            </a:lvl4pPr>
            <a:lvl5pPr algn="ctr">
              <a:defRPr sz="1425" b="1">
                <a:solidFill>
                  <a:srgbClr val="FFFFFF"/>
                </a:solidFill>
                <a:latin typeface="Arial"/>
                <a:ea typeface="Arial"/>
                <a:cs typeface="Arial"/>
              </a:defRPr>
            </a:lvl5pPr>
            <a:lvl6pPr algn="ctr">
              <a:defRPr sz="1425" b="1">
                <a:solidFill>
                  <a:srgbClr val="FFFFFF"/>
                </a:solidFill>
                <a:latin typeface="Arial"/>
                <a:ea typeface="Arial"/>
                <a:cs typeface="Arial"/>
              </a:defRPr>
            </a:lvl6pPr>
            <a:lvl7pPr algn="ctr">
              <a:defRPr sz="1425" b="1">
                <a:solidFill>
                  <a:srgbClr val="FFFFFF"/>
                </a:solidFill>
                <a:latin typeface="Arial"/>
                <a:ea typeface="Arial"/>
                <a:cs typeface="Arial"/>
              </a:defRPr>
            </a:lvl7pPr>
            <a:lvl8pPr algn="ctr">
              <a:defRPr sz="1425" b="1">
                <a:solidFill>
                  <a:srgbClr val="FFFFFF"/>
                </a:solidFill>
                <a:latin typeface="Arial"/>
                <a:ea typeface="Arial"/>
                <a:cs typeface="Arial"/>
              </a:defRPr>
            </a:lvl8pPr>
            <a:lvl9pPr algn="ctr">
              <a:defRPr sz="1425" b="1">
                <a:solidFill>
                  <a:srgbClr val="FFFFFF"/>
                </a:solidFill>
                <a:latin typeface="Arial"/>
                <a:ea typeface="Arial"/>
                <a:cs typeface="Arial"/>
              </a:defRPr>
            </a:lvl9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E0B72423-1865-4B6E-8E3C-64592C25F472}"/>
              </a:ext>
            </a:extLst>
          </p:cNvPr>
          <p:cNvSpPr>
            <a:spLocks xmlns:a="http://schemas.openxmlformats.org/drawingml/2006/main" noGrp="1"/>
          </p:cNvSpPr>
          <p:nvPr/>
        </p:nvSpPr>
        <p:spPr>
          <a:xfrm xmlns:a="http://schemas.openxmlformats.org/drawingml/2006/main">
            <a:off x="1790700" y="294322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01D26"/>
                </a:solidFill>
                <a:latin typeface="Arial"/>
                <a:ea typeface="Arial"/>
                <a:cs typeface="Arial"/>
              </a:defRPr>
            </a:defPPr>
            <a:lvl1pPr algn="l">
              <a:defRPr sz="1800" b="1">
                <a:solidFill>
                  <a:srgbClr val="101D26"/>
                </a:solidFill>
                <a:latin typeface="Arial"/>
                <a:ea typeface="Arial"/>
                <a:cs typeface="Arial"/>
              </a:defRPr>
            </a:lvl1pPr>
            <a:lvl2pPr algn="l">
              <a:defRPr sz="1800" b="1">
                <a:solidFill>
                  <a:srgbClr val="101D26"/>
                </a:solidFill>
                <a:latin typeface="Arial"/>
                <a:ea typeface="Arial"/>
                <a:cs typeface="Arial"/>
              </a:defRPr>
            </a:lvl2pPr>
            <a:lvl3pPr algn="l">
              <a:defRPr sz="1800" b="1">
                <a:solidFill>
                  <a:srgbClr val="101D26"/>
                </a:solidFill>
                <a:latin typeface="Arial"/>
                <a:ea typeface="Arial"/>
                <a:cs typeface="Arial"/>
              </a:defRPr>
            </a:lvl3pPr>
            <a:lvl4pPr algn="l">
              <a:defRPr sz="1800" b="1">
                <a:solidFill>
                  <a:srgbClr val="101D26"/>
                </a:solidFill>
                <a:latin typeface="Arial"/>
                <a:ea typeface="Arial"/>
                <a:cs typeface="Arial"/>
              </a:defRPr>
            </a:lvl4pPr>
            <a:lvl5pPr algn="l">
              <a:defRPr sz="1800" b="1">
                <a:solidFill>
                  <a:srgbClr val="101D26"/>
                </a:solidFill>
                <a:latin typeface="Arial"/>
                <a:ea typeface="Arial"/>
                <a:cs typeface="Arial"/>
              </a:defRPr>
            </a:lvl5pPr>
            <a:lvl6pPr algn="l">
              <a:defRPr sz="1800" b="1">
                <a:solidFill>
                  <a:srgbClr val="101D26"/>
                </a:solidFill>
                <a:latin typeface="Arial"/>
                <a:ea typeface="Arial"/>
                <a:cs typeface="Arial"/>
              </a:defRPr>
            </a:lvl6pPr>
            <a:lvl7pPr algn="l">
              <a:defRPr sz="1800" b="1">
                <a:solidFill>
                  <a:srgbClr val="101D26"/>
                </a:solidFill>
                <a:latin typeface="Arial"/>
                <a:ea typeface="Arial"/>
                <a:cs typeface="Arial"/>
              </a:defRPr>
            </a:lvl7pPr>
            <a:lvl8pPr algn="l">
              <a:defRPr sz="1800" b="1">
                <a:solidFill>
                  <a:srgbClr val="101D26"/>
                </a:solidFill>
                <a:latin typeface="Arial"/>
                <a:ea typeface="Arial"/>
                <a:cs typeface="Arial"/>
              </a:defRPr>
            </a:lvl8pPr>
            <a:lvl9pPr algn="l">
              <a:defRPr sz="1800" b="1">
                <a:solidFill>
                  <a:srgbClr val="101D26"/>
                </a:solidFill>
                <a:latin typeface="Arial"/>
                <a:ea typeface="Arial"/>
                <a:cs typeface="Arial"/>
              </a:defRPr>
            </a:lvl9pPr>
          </a:lstStyle>
          <a:p xmlns:a="http://schemas.openxmlformats.org/drawingml/2006/main">
            <a:pPr algn="l">
              <a:defRPr sz="1800" b="1">
                <a:solidFill>
                  <a:srgbClr val="101D26"/>
                </a:solidFill>
                <a:latin typeface="Arial"/>
                <a:ea typeface="Arial"/>
                <a:cs typeface="Arial"/>
              </a:defRPr>
            </a:pPr>
            <a:r>
              <a:rPr sz="1800" b="1">
                <a:solidFill>
                  <a:srgbClr val="101D26"/>
                </a:solidFill>
                <a:latin typeface="Arial"/>
                <a:ea typeface="Arial"/>
                <a:cs typeface="Arial"/>
              </a:rPr>
              <a:t>Describe the evidence</a:t>
            </a:r>
          </a:p>
        </p:txBody>
      </p:sp>
      <p:sp>
        <p:nvSpPr>
          <p:cNvPr id="11" name="">
            <a:extLst xmlns:a="http://schemas.openxmlformats.org/drawingml/2006/main">
              <a:ext uri="{FF2B5EF4-FFF2-40B4-BE49-F238E27FC236}">
                <a16:creationId xmlns:a16="http://schemas.microsoft.com/office/drawing/2014/main" id="{2C8E4D75-2D60-41BD-938D-334676D42475}"/>
              </a:ext>
            </a:extLst>
          </p:cNvPr>
          <p:cNvSpPr>
            <a:spLocks xmlns:a="http://schemas.openxmlformats.org/drawingml/2006/main" noGrp="1"/>
          </p:cNvSpPr>
          <p:nvPr/>
        </p:nvSpPr>
        <p:spPr>
          <a:xfrm xmlns:a="http://schemas.openxmlformats.org/drawingml/2006/main">
            <a:off x="1790700" y="3295650"/>
            <a:ext cx="838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6757D"/>
                </a:solidFill>
                <a:latin typeface="Arial"/>
                <a:ea typeface="Arial"/>
                <a:cs typeface="Arial"/>
              </a:defRPr>
            </a:defPPr>
            <a:lvl1pPr algn="l">
              <a:defRPr sz="1425" b="0">
                <a:solidFill>
                  <a:srgbClr val="66757D"/>
                </a:solidFill>
                <a:latin typeface="Arial"/>
                <a:ea typeface="Arial"/>
                <a:cs typeface="Arial"/>
              </a:defRPr>
            </a:lvl1pPr>
            <a:lvl2pPr algn="l">
              <a:defRPr sz="1425" b="0">
                <a:solidFill>
                  <a:srgbClr val="66757D"/>
                </a:solidFill>
                <a:latin typeface="Arial"/>
                <a:ea typeface="Arial"/>
                <a:cs typeface="Arial"/>
              </a:defRPr>
            </a:lvl2pPr>
            <a:lvl3pPr algn="l">
              <a:defRPr sz="1425" b="0">
                <a:solidFill>
                  <a:srgbClr val="66757D"/>
                </a:solidFill>
                <a:latin typeface="Arial"/>
                <a:ea typeface="Arial"/>
                <a:cs typeface="Arial"/>
              </a:defRPr>
            </a:lvl3pPr>
            <a:lvl4pPr algn="l">
              <a:defRPr sz="1425" b="0">
                <a:solidFill>
                  <a:srgbClr val="66757D"/>
                </a:solidFill>
                <a:latin typeface="Arial"/>
                <a:ea typeface="Arial"/>
                <a:cs typeface="Arial"/>
              </a:defRPr>
            </a:lvl4pPr>
            <a:lvl5pPr algn="l">
              <a:defRPr sz="1425" b="0">
                <a:solidFill>
                  <a:srgbClr val="66757D"/>
                </a:solidFill>
                <a:latin typeface="Arial"/>
                <a:ea typeface="Arial"/>
                <a:cs typeface="Arial"/>
              </a:defRPr>
            </a:lvl5pPr>
            <a:lvl6pPr algn="l">
              <a:defRPr sz="1425" b="0">
                <a:solidFill>
                  <a:srgbClr val="66757D"/>
                </a:solidFill>
                <a:latin typeface="Arial"/>
                <a:ea typeface="Arial"/>
                <a:cs typeface="Arial"/>
              </a:defRPr>
            </a:lvl6pPr>
            <a:lvl7pPr algn="l">
              <a:defRPr sz="1425" b="0">
                <a:solidFill>
                  <a:srgbClr val="66757D"/>
                </a:solidFill>
                <a:latin typeface="Arial"/>
                <a:ea typeface="Arial"/>
                <a:cs typeface="Arial"/>
              </a:defRPr>
            </a:lvl7pPr>
            <a:lvl8pPr algn="l">
              <a:defRPr sz="1425" b="0">
                <a:solidFill>
                  <a:srgbClr val="66757D"/>
                </a:solidFill>
                <a:latin typeface="Arial"/>
                <a:ea typeface="Arial"/>
                <a:cs typeface="Arial"/>
              </a:defRPr>
            </a:lvl8pPr>
            <a:lvl9pPr algn="l">
              <a:defRPr sz="1425" b="0">
                <a:solidFill>
                  <a:srgbClr val="66757D"/>
                </a:solidFill>
                <a:latin typeface="Arial"/>
                <a:ea typeface="Arial"/>
                <a:cs typeface="Arial"/>
              </a:defRPr>
            </a:lvl9pPr>
          </a:lstStyle>
          <a:p xmlns:a="http://schemas.openxmlformats.org/drawingml/2006/main">
            <a:pPr algn="l">
              <a:defRPr sz="1425" b="0">
                <a:solidFill>
                  <a:srgbClr val="66757D"/>
                </a:solidFill>
                <a:latin typeface="Arial"/>
                <a:ea typeface="Arial"/>
                <a:cs typeface="Arial"/>
              </a:defRPr>
            </a:pPr>
            <a:r>
              <a:rPr sz="1425" b="0">
                <a:solidFill>
                  <a:srgbClr val="66757D"/>
                </a:solidFill>
                <a:latin typeface="Arial"/>
                <a:ea typeface="Arial"/>
                <a:cs typeface="Arial"/>
              </a:rPr>
              <a:t>Enter a case ID and choose a category such as document, image, video, or log file.</a:t>
            </a:r>
          </a:p>
        </p:txBody>
      </p:sp>
      <p:sp>
        <p:nvSpPr>
          <p:cNvPr id="12" name="">
            <a:extLst xmlns:a="http://schemas.openxmlformats.org/drawingml/2006/main">
              <a:ext uri="{FF2B5EF4-FFF2-40B4-BE49-F238E27FC236}">
                <a16:creationId xmlns:a16="http://schemas.microsoft.com/office/drawing/2014/main" id="{66AA47CE-C500-4C71-9235-FC9114D571E1}"/>
              </a:ext>
            </a:extLst>
          </p:cNvPr>
          <p:cNvSpPr>
            <a:spLocks xmlns:a="http://schemas.openxmlformats.org/drawingml/2006/main" noGrp="1"/>
          </p:cNvSpPr>
          <p:nvPr/>
        </p:nvSpPr>
        <p:spPr>
          <a:xfrm xmlns:a="http://schemas.openxmlformats.org/drawingml/2006/main">
            <a:off x="971550" y="3867150"/>
            <a:ext cx="457200" cy="457200"/>
          </a:xfrm>
          <a:prstGeom xmlns:a="http://schemas.openxmlformats.org/drawingml/2006/main" prst="ellipse">
            <a:avLst/>
          </a:prstGeom>
          <a:solidFill xmlns:a="http://schemas.openxmlformats.org/drawingml/2006/main">
            <a:srgbClr val="25C4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FAE701E-6689-4668-A867-0476216AD034}"/>
              </a:ext>
            </a:extLst>
          </p:cNvPr>
          <p:cNvSpPr>
            <a:spLocks xmlns:a="http://schemas.openxmlformats.org/drawingml/2006/main" noGrp="1"/>
          </p:cNvSpPr>
          <p:nvPr/>
        </p:nvSpPr>
        <p:spPr>
          <a:xfrm xmlns:a="http://schemas.openxmlformats.org/drawingml/2006/main">
            <a:off x="971550" y="3971925"/>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101D26"/>
                </a:solidFill>
                <a:latin typeface="Arial"/>
                <a:ea typeface="Arial"/>
                <a:cs typeface="Arial"/>
              </a:defRPr>
            </a:defPPr>
            <a:lvl1pPr algn="ctr">
              <a:defRPr sz="1425" b="1">
                <a:solidFill>
                  <a:srgbClr val="101D26"/>
                </a:solidFill>
                <a:latin typeface="Arial"/>
                <a:ea typeface="Arial"/>
                <a:cs typeface="Arial"/>
              </a:defRPr>
            </a:lvl1pPr>
            <a:lvl2pPr algn="ctr">
              <a:defRPr sz="1425" b="1">
                <a:solidFill>
                  <a:srgbClr val="101D26"/>
                </a:solidFill>
                <a:latin typeface="Arial"/>
                <a:ea typeface="Arial"/>
                <a:cs typeface="Arial"/>
              </a:defRPr>
            </a:lvl2pPr>
            <a:lvl3pPr algn="ctr">
              <a:defRPr sz="1425" b="1">
                <a:solidFill>
                  <a:srgbClr val="101D26"/>
                </a:solidFill>
                <a:latin typeface="Arial"/>
                <a:ea typeface="Arial"/>
                <a:cs typeface="Arial"/>
              </a:defRPr>
            </a:lvl3pPr>
            <a:lvl4pPr algn="ctr">
              <a:defRPr sz="1425" b="1">
                <a:solidFill>
                  <a:srgbClr val="101D26"/>
                </a:solidFill>
                <a:latin typeface="Arial"/>
                <a:ea typeface="Arial"/>
                <a:cs typeface="Arial"/>
              </a:defRPr>
            </a:lvl4pPr>
            <a:lvl5pPr algn="ctr">
              <a:defRPr sz="1425" b="1">
                <a:solidFill>
                  <a:srgbClr val="101D26"/>
                </a:solidFill>
                <a:latin typeface="Arial"/>
                <a:ea typeface="Arial"/>
                <a:cs typeface="Arial"/>
              </a:defRPr>
            </a:lvl5pPr>
            <a:lvl6pPr algn="ctr">
              <a:defRPr sz="1425" b="1">
                <a:solidFill>
                  <a:srgbClr val="101D26"/>
                </a:solidFill>
                <a:latin typeface="Arial"/>
                <a:ea typeface="Arial"/>
                <a:cs typeface="Arial"/>
              </a:defRPr>
            </a:lvl6pPr>
            <a:lvl7pPr algn="ctr">
              <a:defRPr sz="1425" b="1">
                <a:solidFill>
                  <a:srgbClr val="101D26"/>
                </a:solidFill>
                <a:latin typeface="Arial"/>
                <a:ea typeface="Arial"/>
                <a:cs typeface="Arial"/>
              </a:defRPr>
            </a:lvl7pPr>
            <a:lvl8pPr algn="ctr">
              <a:defRPr sz="1425" b="1">
                <a:solidFill>
                  <a:srgbClr val="101D26"/>
                </a:solidFill>
                <a:latin typeface="Arial"/>
                <a:ea typeface="Arial"/>
                <a:cs typeface="Arial"/>
              </a:defRPr>
            </a:lvl8pPr>
            <a:lvl9pPr algn="ctr">
              <a:defRPr sz="1425" b="1">
                <a:solidFill>
                  <a:srgbClr val="101D26"/>
                </a:solidFill>
                <a:latin typeface="Arial"/>
                <a:ea typeface="Arial"/>
                <a:cs typeface="Arial"/>
              </a:defRPr>
            </a:lvl9pPr>
          </a:lstStyle>
          <a:p xmlns:a="http://schemas.openxmlformats.org/drawingml/2006/main">
            <a:pPr algn="ctr">
              <a:defRPr sz="1425" b="1">
                <a:solidFill>
                  <a:srgbClr val="101D26"/>
                </a:solidFill>
                <a:latin typeface="Arial"/>
                <a:ea typeface="Arial"/>
                <a:cs typeface="Arial"/>
              </a:defRPr>
            </a:pPr>
            <a:r>
              <a:rPr sz="1425" b="1">
                <a:solidFill>
                  <a:srgbClr val="101D26"/>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C4DBA280-FD65-4302-9CA5-FC46E2B415D0}"/>
              </a:ext>
            </a:extLst>
          </p:cNvPr>
          <p:cNvSpPr>
            <a:spLocks xmlns:a="http://schemas.openxmlformats.org/drawingml/2006/main" noGrp="1"/>
          </p:cNvSpPr>
          <p:nvPr/>
        </p:nvSpPr>
        <p:spPr>
          <a:xfrm xmlns:a="http://schemas.openxmlformats.org/drawingml/2006/main">
            <a:off x="1790700" y="385762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01D26"/>
                </a:solidFill>
                <a:latin typeface="Arial"/>
                <a:ea typeface="Arial"/>
                <a:cs typeface="Arial"/>
              </a:defRPr>
            </a:defPPr>
            <a:lvl1pPr algn="l">
              <a:defRPr sz="1800" b="1">
                <a:solidFill>
                  <a:srgbClr val="101D26"/>
                </a:solidFill>
                <a:latin typeface="Arial"/>
                <a:ea typeface="Arial"/>
                <a:cs typeface="Arial"/>
              </a:defRPr>
            </a:lvl1pPr>
            <a:lvl2pPr algn="l">
              <a:defRPr sz="1800" b="1">
                <a:solidFill>
                  <a:srgbClr val="101D26"/>
                </a:solidFill>
                <a:latin typeface="Arial"/>
                <a:ea typeface="Arial"/>
                <a:cs typeface="Arial"/>
              </a:defRPr>
            </a:lvl2pPr>
            <a:lvl3pPr algn="l">
              <a:defRPr sz="1800" b="1">
                <a:solidFill>
                  <a:srgbClr val="101D26"/>
                </a:solidFill>
                <a:latin typeface="Arial"/>
                <a:ea typeface="Arial"/>
                <a:cs typeface="Arial"/>
              </a:defRPr>
            </a:lvl3pPr>
            <a:lvl4pPr algn="l">
              <a:defRPr sz="1800" b="1">
                <a:solidFill>
                  <a:srgbClr val="101D26"/>
                </a:solidFill>
                <a:latin typeface="Arial"/>
                <a:ea typeface="Arial"/>
                <a:cs typeface="Arial"/>
              </a:defRPr>
            </a:lvl4pPr>
            <a:lvl5pPr algn="l">
              <a:defRPr sz="1800" b="1">
                <a:solidFill>
                  <a:srgbClr val="101D26"/>
                </a:solidFill>
                <a:latin typeface="Arial"/>
                <a:ea typeface="Arial"/>
                <a:cs typeface="Arial"/>
              </a:defRPr>
            </a:lvl5pPr>
            <a:lvl6pPr algn="l">
              <a:defRPr sz="1800" b="1">
                <a:solidFill>
                  <a:srgbClr val="101D26"/>
                </a:solidFill>
                <a:latin typeface="Arial"/>
                <a:ea typeface="Arial"/>
                <a:cs typeface="Arial"/>
              </a:defRPr>
            </a:lvl6pPr>
            <a:lvl7pPr algn="l">
              <a:defRPr sz="1800" b="1">
                <a:solidFill>
                  <a:srgbClr val="101D26"/>
                </a:solidFill>
                <a:latin typeface="Arial"/>
                <a:ea typeface="Arial"/>
                <a:cs typeface="Arial"/>
              </a:defRPr>
            </a:lvl7pPr>
            <a:lvl8pPr algn="l">
              <a:defRPr sz="1800" b="1">
                <a:solidFill>
                  <a:srgbClr val="101D26"/>
                </a:solidFill>
                <a:latin typeface="Arial"/>
                <a:ea typeface="Arial"/>
                <a:cs typeface="Arial"/>
              </a:defRPr>
            </a:lvl8pPr>
            <a:lvl9pPr algn="l">
              <a:defRPr sz="1800" b="1">
                <a:solidFill>
                  <a:srgbClr val="101D26"/>
                </a:solidFill>
                <a:latin typeface="Arial"/>
                <a:ea typeface="Arial"/>
                <a:cs typeface="Arial"/>
              </a:defRPr>
            </a:lvl9pPr>
          </a:lstStyle>
          <a:p xmlns:a="http://schemas.openxmlformats.org/drawingml/2006/main">
            <a:pPr algn="l">
              <a:defRPr sz="1800" b="1">
                <a:solidFill>
                  <a:srgbClr val="101D26"/>
                </a:solidFill>
                <a:latin typeface="Arial"/>
                <a:ea typeface="Arial"/>
                <a:cs typeface="Arial"/>
              </a:defRPr>
            </a:pPr>
            <a:r>
              <a:rPr sz="1800" b="1">
                <a:solidFill>
                  <a:srgbClr val="101D26"/>
                </a:solidFill>
                <a:latin typeface="Arial"/>
                <a:ea typeface="Arial"/>
                <a:cs typeface="Arial"/>
              </a:rPr>
              <a:t>Create a fingerprint</a:t>
            </a:r>
          </a:p>
        </p:txBody>
      </p:sp>
      <p:sp>
        <p:nvSpPr>
          <p:cNvPr id="15" name="">
            <a:extLst xmlns:a="http://schemas.openxmlformats.org/drawingml/2006/main">
              <a:ext uri="{FF2B5EF4-FFF2-40B4-BE49-F238E27FC236}">
                <a16:creationId xmlns:a16="http://schemas.microsoft.com/office/drawing/2014/main" id="{D320E21F-A84E-4E59-B828-08BBE301C248}"/>
              </a:ext>
            </a:extLst>
          </p:cNvPr>
          <p:cNvSpPr>
            <a:spLocks xmlns:a="http://schemas.openxmlformats.org/drawingml/2006/main" noGrp="1"/>
          </p:cNvSpPr>
          <p:nvPr/>
        </p:nvSpPr>
        <p:spPr>
          <a:xfrm xmlns:a="http://schemas.openxmlformats.org/drawingml/2006/main">
            <a:off x="1790700" y="4210050"/>
            <a:ext cx="838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6757D"/>
                </a:solidFill>
                <a:latin typeface="Arial"/>
                <a:ea typeface="Arial"/>
                <a:cs typeface="Arial"/>
              </a:defRPr>
            </a:defPPr>
            <a:lvl1pPr algn="l">
              <a:defRPr sz="1425" b="0">
                <a:solidFill>
                  <a:srgbClr val="66757D"/>
                </a:solidFill>
                <a:latin typeface="Arial"/>
                <a:ea typeface="Arial"/>
                <a:cs typeface="Arial"/>
              </a:defRPr>
            </a:lvl1pPr>
            <a:lvl2pPr algn="l">
              <a:defRPr sz="1425" b="0">
                <a:solidFill>
                  <a:srgbClr val="66757D"/>
                </a:solidFill>
                <a:latin typeface="Arial"/>
                <a:ea typeface="Arial"/>
                <a:cs typeface="Arial"/>
              </a:defRPr>
            </a:lvl2pPr>
            <a:lvl3pPr algn="l">
              <a:defRPr sz="1425" b="0">
                <a:solidFill>
                  <a:srgbClr val="66757D"/>
                </a:solidFill>
                <a:latin typeface="Arial"/>
                <a:ea typeface="Arial"/>
                <a:cs typeface="Arial"/>
              </a:defRPr>
            </a:lvl3pPr>
            <a:lvl4pPr algn="l">
              <a:defRPr sz="1425" b="0">
                <a:solidFill>
                  <a:srgbClr val="66757D"/>
                </a:solidFill>
                <a:latin typeface="Arial"/>
                <a:ea typeface="Arial"/>
                <a:cs typeface="Arial"/>
              </a:defRPr>
            </a:lvl4pPr>
            <a:lvl5pPr algn="l">
              <a:defRPr sz="1425" b="0">
                <a:solidFill>
                  <a:srgbClr val="66757D"/>
                </a:solidFill>
                <a:latin typeface="Arial"/>
                <a:ea typeface="Arial"/>
                <a:cs typeface="Arial"/>
              </a:defRPr>
            </a:lvl5pPr>
            <a:lvl6pPr algn="l">
              <a:defRPr sz="1425" b="0">
                <a:solidFill>
                  <a:srgbClr val="66757D"/>
                </a:solidFill>
                <a:latin typeface="Arial"/>
                <a:ea typeface="Arial"/>
                <a:cs typeface="Arial"/>
              </a:defRPr>
            </a:lvl6pPr>
            <a:lvl7pPr algn="l">
              <a:defRPr sz="1425" b="0">
                <a:solidFill>
                  <a:srgbClr val="66757D"/>
                </a:solidFill>
                <a:latin typeface="Arial"/>
                <a:ea typeface="Arial"/>
                <a:cs typeface="Arial"/>
              </a:defRPr>
            </a:lvl7pPr>
            <a:lvl8pPr algn="l">
              <a:defRPr sz="1425" b="0">
                <a:solidFill>
                  <a:srgbClr val="66757D"/>
                </a:solidFill>
                <a:latin typeface="Arial"/>
                <a:ea typeface="Arial"/>
                <a:cs typeface="Arial"/>
              </a:defRPr>
            </a:lvl8pPr>
            <a:lvl9pPr algn="l">
              <a:defRPr sz="1425" b="0">
                <a:solidFill>
                  <a:srgbClr val="66757D"/>
                </a:solidFill>
                <a:latin typeface="Arial"/>
                <a:ea typeface="Arial"/>
                <a:cs typeface="Arial"/>
              </a:defRPr>
            </a:lvl9pPr>
          </a:lstStyle>
          <a:p xmlns:a="http://schemas.openxmlformats.org/drawingml/2006/main">
            <a:pPr algn="l">
              <a:defRPr sz="1425" b="0">
                <a:solidFill>
                  <a:srgbClr val="66757D"/>
                </a:solidFill>
                <a:latin typeface="Arial"/>
                <a:ea typeface="Arial"/>
                <a:cs typeface="Arial"/>
              </a:defRPr>
            </a:pPr>
            <a:r>
              <a:rPr sz="1425" b="0">
                <a:solidFill>
                  <a:srgbClr val="66757D"/>
                </a:solidFill>
                <a:latin typeface="Arial"/>
                <a:ea typeface="Arial"/>
                <a:cs typeface="Arial"/>
              </a:rPr>
              <a:t>The browser reads the file bytes and calculates a SHA-256 digest.</a:t>
            </a:r>
          </a:p>
        </p:txBody>
      </p:sp>
      <p:sp>
        <p:nvSpPr>
          <p:cNvPr id="16" name="">
            <a:extLst xmlns:a="http://schemas.openxmlformats.org/drawingml/2006/main">
              <a:ext uri="{FF2B5EF4-FFF2-40B4-BE49-F238E27FC236}">
                <a16:creationId xmlns:a16="http://schemas.microsoft.com/office/drawing/2014/main" id="{11A70A80-922F-4308-ADE5-A836E841FA7B}"/>
              </a:ext>
            </a:extLst>
          </p:cNvPr>
          <p:cNvSpPr>
            <a:spLocks xmlns:a="http://schemas.openxmlformats.org/drawingml/2006/main" noGrp="1"/>
          </p:cNvSpPr>
          <p:nvPr/>
        </p:nvSpPr>
        <p:spPr>
          <a:xfrm xmlns:a="http://schemas.openxmlformats.org/drawingml/2006/main">
            <a:off x="971550" y="4781550"/>
            <a:ext cx="457200" cy="457200"/>
          </a:xfrm>
          <a:prstGeom xmlns:a="http://schemas.openxmlformats.org/drawingml/2006/main" prst="ellipse">
            <a:avLst/>
          </a:prstGeom>
          <a:solidFill xmlns:a="http://schemas.openxmlformats.org/drawingml/2006/main">
            <a:srgbClr val="101D2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A19E5BF-26DE-4BDE-AE90-9A24FA60EC15}"/>
              </a:ext>
            </a:extLst>
          </p:cNvPr>
          <p:cNvSpPr>
            <a:spLocks xmlns:a="http://schemas.openxmlformats.org/drawingml/2006/main" noGrp="1"/>
          </p:cNvSpPr>
          <p:nvPr/>
        </p:nvSpPr>
        <p:spPr>
          <a:xfrm xmlns:a="http://schemas.openxmlformats.org/drawingml/2006/main">
            <a:off x="971550" y="4886325"/>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FFFFFF"/>
                </a:solidFill>
                <a:latin typeface="Arial"/>
                <a:ea typeface="Arial"/>
                <a:cs typeface="Arial"/>
              </a:defRPr>
            </a:defPPr>
            <a:lvl1pPr algn="ctr">
              <a:defRPr sz="1425" b="1">
                <a:solidFill>
                  <a:srgbClr val="FFFFFF"/>
                </a:solidFill>
                <a:latin typeface="Arial"/>
                <a:ea typeface="Arial"/>
                <a:cs typeface="Arial"/>
              </a:defRPr>
            </a:lvl1pPr>
            <a:lvl2pPr algn="ctr">
              <a:defRPr sz="1425" b="1">
                <a:solidFill>
                  <a:srgbClr val="FFFFFF"/>
                </a:solidFill>
                <a:latin typeface="Arial"/>
                <a:ea typeface="Arial"/>
                <a:cs typeface="Arial"/>
              </a:defRPr>
            </a:lvl2pPr>
            <a:lvl3pPr algn="ctr">
              <a:defRPr sz="1425" b="1">
                <a:solidFill>
                  <a:srgbClr val="FFFFFF"/>
                </a:solidFill>
                <a:latin typeface="Arial"/>
                <a:ea typeface="Arial"/>
                <a:cs typeface="Arial"/>
              </a:defRPr>
            </a:lvl3pPr>
            <a:lvl4pPr algn="ctr">
              <a:defRPr sz="1425" b="1">
                <a:solidFill>
                  <a:srgbClr val="FFFFFF"/>
                </a:solidFill>
                <a:latin typeface="Arial"/>
                <a:ea typeface="Arial"/>
                <a:cs typeface="Arial"/>
              </a:defRPr>
            </a:lvl4pPr>
            <a:lvl5pPr algn="ctr">
              <a:defRPr sz="1425" b="1">
                <a:solidFill>
                  <a:srgbClr val="FFFFFF"/>
                </a:solidFill>
                <a:latin typeface="Arial"/>
                <a:ea typeface="Arial"/>
                <a:cs typeface="Arial"/>
              </a:defRPr>
            </a:lvl5pPr>
            <a:lvl6pPr algn="ctr">
              <a:defRPr sz="1425" b="1">
                <a:solidFill>
                  <a:srgbClr val="FFFFFF"/>
                </a:solidFill>
                <a:latin typeface="Arial"/>
                <a:ea typeface="Arial"/>
                <a:cs typeface="Arial"/>
              </a:defRPr>
            </a:lvl6pPr>
            <a:lvl7pPr algn="ctr">
              <a:defRPr sz="1425" b="1">
                <a:solidFill>
                  <a:srgbClr val="FFFFFF"/>
                </a:solidFill>
                <a:latin typeface="Arial"/>
                <a:ea typeface="Arial"/>
                <a:cs typeface="Arial"/>
              </a:defRPr>
            </a:lvl7pPr>
            <a:lvl8pPr algn="ctr">
              <a:defRPr sz="1425" b="1">
                <a:solidFill>
                  <a:srgbClr val="FFFFFF"/>
                </a:solidFill>
                <a:latin typeface="Arial"/>
                <a:ea typeface="Arial"/>
                <a:cs typeface="Arial"/>
              </a:defRPr>
            </a:lvl8pPr>
            <a:lvl9pPr algn="ctr">
              <a:defRPr sz="1425" b="1">
                <a:solidFill>
                  <a:srgbClr val="FFFFFF"/>
                </a:solidFill>
                <a:latin typeface="Arial"/>
                <a:ea typeface="Arial"/>
                <a:cs typeface="Arial"/>
              </a:defRPr>
            </a:lvl9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4</a:t>
            </a:r>
          </a:p>
        </p:txBody>
      </p:sp>
      <p:sp>
        <p:nvSpPr>
          <p:cNvPr id="18" name="">
            <a:extLst xmlns:a="http://schemas.openxmlformats.org/drawingml/2006/main">
              <a:ext uri="{FF2B5EF4-FFF2-40B4-BE49-F238E27FC236}">
                <a16:creationId xmlns:a16="http://schemas.microsoft.com/office/drawing/2014/main" id="{B8B7B418-BBB1-4642-AA98-9A9F85C3041F}"/>
              </a:ext>
            </a:extLst>
          </p:cNvPr>
          <p:cNvSpPr>
            <a:spLocks xmlns:a="http://schemas.openxmlformats.org/drawingml/2006/main" noGrp="1"/>
          </p:cNvSpPr>
          <p:nvPr/>
        </p:nvSpPr>
        <p:spPr>
          <a:xfrm xmlns:a="http://schemas.openxmlformats.org/drawingml/2006/main">
            <a:off x="1790700" y="477202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01D26"/>
                </a:solidFill>
                <a:latin typeface="Arial"/>
                <a:ea typeface="Arial"/>
                <a:cs typeface="Arial"/>
              </a:defRPr>
            </a:defPPr>
            <a:lvl1pPr algn="l">
              <a:defRPr sz="1800" b="1">
                <a:solidFill>
                  <a:srgbClr val="101D26"/>
                </a:solidFill>
                <a:latin typeface="Arial"/>
                <a:ea typeface="Arial"/>
                <a:cs typeface="Arial"/>
              </a:defRPr>
            </a:lvl1pPr>
            <a:lvl2pPr algn="l">
              <a:defRPr sz="1800" b="1">
                <a:solidFill>
                  <a:srgbClr val="101D26"/>
                </a:solidFill>
                <a:latin typeface="Arial"/>
                <a:ea typeface="Arial"/>
                <a:cs typeface="Arial"/>
              </a:defRPr>
            </a:lvl2pPr>
            <a:lvl3pPr algn="l">
              <a:defRPr sz="1800" b="1">
                <a:solidFill>
                  <a:srgbClr val="101D26"/>
                </a:solidFill>
                <a:latin typeface="Arial"/>
                <a:ea typeface="Arial"/>
                <a:cs typeface="Arial"/>
              </a:defRPr>
            </a:lvl3pPr>
            <a:lvl4pPr algn="l">
              <a:defRPr sz="1800" b="1">
                <a:solidFill>
                  <a:srgbClr val="101D26"/>
                </a:solidFill>
                <a:latin typeface="Arial"/>
                <a:ea typeface="Arial"/>
                <a:cs typeface="Arial"/>
              </a:defRPr>
            </a:lvl4pPr>
            <a:lvl5pPr algn="l">
              <a:defRPr sz="1800" b="1">
                <a:solidFill>
                  <a:srgbClr val="101D26"/>
                </a:solidFill>
                <a:latin typeface="Arial"/>
                <a:ea typeface="Arial"/>
                <a:cs typeface="Arial"/>
              </a:defRPr>
            </a:lvl5pPr>
            <a:lvl6pPr algn="l">
              <a:defRPr sz="1800" b="1">
                <a:solidFill>
                  <a:srgbClr val="101D26"/>
                </a:solidFill>
                <a:latin typeface="Arial"/>
                <a:ea typeface="Arial"/>
                <a:cs typeface="Arial"/>
              </a:defRPr>
            </a:lvl6pPr>
            <a:lvl7pPr algn="l">
              <a:defRPr sz="1800" b="1">
                <a:solidFill>
                  <a:srgbClr val="101D26"/>
                </a:solidFill>
                <a:latin typeface="Arial"/>
                <a:ea typeface="Arial"/>
                <a:cs typeface="Arial"/>
              </a:defRPr>
            </a:lvl7pPr>
            <a:lvl8pPr algn="l">
              <a:defRPr sz="1800" b="1">
                <a:solidFill>
                  <a:srgbClr val="101D26"/>
                </a:solidFill>
                <a:latin typeface="Arial"/>
                <a:ea typeface="Arial"/>
                <a:cs typeface="Arial"/>
              </a:defRPr>
            </a:lvl8pPr>
            <a:lvl9pPr algn="l">
              <a:defRPr sz="1800" b="1">
                <a:solidFill>
                  <a:srgbClr val="101D26"/>
                </a:solidFill>
                <a:latin typeface="Arial"/>
                <a:ea typeface="Arial"/>
                <a:cs typeface="Arial"/>
              </a:defRPr>
            </a:lvl9pPr>
          </a:lstStyle>
          <a:p xmlns:a="http://schemas.openxmlformats.org/drawingml/2006/main">
            <a:pPr algn="l">
              <a:defRPr sz="1800" b="1">
                <a:solidFill>
                  <a:srgbClr val="101D26"/>
                </a:solidFill>
                <a:latin typeface="Arial"/>
                <a:ea typeface="Arial"/>
                <a:cs typeface="Arial"/>
              </a:defRPr>
            </a:pPr>
            <a:r>
              <a:rPr sz="1800" b="1">
                <a:solidFill>
                  <a:srgbClr val="101D26"/>
                </a:solidFill>
                <a:latin typeface="Arial"/>
                <a:ea typeface="Arial"/>
                <a:cs typeface="Arial"/>
              </a:rPr>
              <a:t>Save the custody record</a:t>
            </a:r>
          </a:p>
        </p:txBody>
      </p:sp>
      <p:sp>
        <p:nvSpPr>
          <p:cNvPr id="19" name="">
            <a:extLst xmlns:a="http://schemas.openxmlformats.org/drawingml/2006/main">
              <a:ext uri="{FF2B5EF4-FFF2-40B4-BE49-F238E27FC236}">
                <a16:creationId xmlns:a16="http://schemas.microsoft.com/office/drawing/2014/main" id="{E16B26DF-0A53-4EE6-96E8-05011E061C10}"/>
              </a:ext>
            </a:extLst>
          </p:cNvPr>
          <p:cNvSpPr>
            <a:spLocks xmlns:a="http://schemas.openxmlformats.org/drawingml/2006/main" noGrp="1"/>
          </p:cNvSpPr>
          <p:nvPr/>
        </p:nvSpPr>
        <p:spPr>
          <a:xfrm xmlns:a="http://schemas.openxmlformats.org/drawingml/2006/main">
            <a:off x="1790700" y="5124450"/>
            <a:ext cx="838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6757D"/>
                </a:solidFill>
                <a:latin typeface="Arial"/>
                <a:ea typeface="Arial"/>
                <a:cs typeface="Arial"/>
              </a:defRPr>
            </a:defPPr>
            <a:lvl1pPr algn="l">
              <a:defRPr sz="1425" b="0">
                <a:solidFill>
                  <a:srgbClr val="66757D"/>
                </a:solidFill>
                <a:latin typeface="Arial"/>
                <a:ea typeface="Arial"/>
                <a:cs typeface="Arial"/>
              </a:defRPr>
            </a:lvl1pPr>
            <a:lvl2pPr algn="l">
              <a:defRPr sz="1425" b="0">
                <a:solidFill>
                  <a:srgbClr val="66757D"/>
                </a:solidFill>
                <a:latin typeface="Arial"/>
                <a:ea typeface="Arial"/>
                <a:cs typeface="Arial"/>
              </a:defRPr>
            </a:lvl2pPr>
            <a:lvl3pPr algn="l">
              <a:defRPr sz="1425" b="0">
                <a:solidFill>
                  <a:srgbClr val="66757D"/>
                </a:solidFill>
                <a:latin typeface="Arial"/>
                <a:ea typeface="Arial"/>
                <a:cs typeface="Arial"/>
              </a:defRPr>
            </a:lvl3pPr>
            <a:lvl4pPr algn="l">
              <a:defRPr sz="1425" b="0">
                <a:solidFill>
                  <a:srgbClr val="66757D"/>
                </a:solidFill>
                <a:latin typeface="Arial"/>
                <a:ea typeface="Arial"/>
                <a:cs typeface="Arial"/>
              </a:defRPr>
            </a:lvl4pPr>
            <a:lvl5pPr algn="l">
              <a:defRPr sz="1425" b="0">
                <a:solidFill>
                  <a:srgbClr val="66757D"/>
                </a:solidFill>
                <a:latin typeface="Arial"/>
                <a:ea typeface="Arial"/>
                <a:cs typeface="Arial"/>
              </a:defRPr>
            </a:lvl5pPr>
            <a:lvl6pPr algn="l">
              <a:defRPr sz="1425" b="0">
                <a:solidFill>
                  <a:srgbClr val="66757D"/>
                </a:solidFill>
                <a:latin typeface="Arial"/>
                <a:ea typeface="Arial"/>
                <a:cs typeface="Arial"/>
              </a:defRPr>
            </a:lvl6pPr>
            <a:lvl7pPr algn="l">
              <a:defRPr sz="1425" b="0">
                <a:solidFill>
                  <a:srgbClr val="66757D"/>
                </a:solidFill>
                <a:latin typeface="Arial"/>
                <a:ea typeface="Arial"/>
                <a:cs typeface="Arial"/>
              </a:defRPr>
            </a:lvl7pPr>
            <a:lvl8pPr algn="l">
              <a:defRPr sz="1425" b="0">
                <a:solidFill>
                  <a:srgbClr val="66757D"/>
                </a:solidFill>
                <a:latin typeface="Arial"/>
                <a:ea typeface="Arial"/>
                <a:cs typeface="Arial"/>
              </a:defRPr>
            </a:lvl8pPr>
            <a:lvl9pPr algn="l">
              <a:defRPr sz="1425" b="0">
                <a:solidFill>
                  <a:srgbClr val="66757D"/>
                </a:solidFill>
                <a:latin typeface="Arial"/>
                <a:ea typeface="Arial"/>
                <a:cs typeface="Arial"/>
              </a:defRPr>
            </a:lvl9pPr>
          </a:lstStyle>
          <a:p xmlns:a="http://schemas.openxmlformats.org/drawingml/2006/main">
            <a:pPr algn="l">
              <a:defRPr sz="1425" b="0">
                <a:solidFill>
                  <a:srgbClr val="66757D"/>
                </a:solidFill>
                <a:latin typeface="Arial"/>
                <a:ea typeface="Arial"/>
                <a:cs typeface="Arial"/>
              </a:defRPr>
            </a:pPr>
            <a:r>
              <a:rPr sz="1425" b="0">
                <a:solidFill>
                  <a:srgbClr val="66757D"/>
                </a:solidFill>
                <a:latin typeface="Arial"/>
                <a:ea typeface="Arial"/>
                <a:cs typeface="Arial"/>
              </a:rPr>
              <a:t>The app records intake, hash verification, and sealing events for the item.</a:t>
            </a:r>
          </a:p>
        </p:txBody>
      </p:sp>
      <p:sp>
        <p:nvSpPr>
          <p:cNvPr id="20" name="">
            <a:extLst xmlns:a="http://schemas.openxmlformats.org/drawingml/2006/main">
              <a:ext uri="{FF2B5EF4-FFF2-40B4-BE49-F238E27FC236}">
                <a16:creationId xmlns:a16="http://schemas.microsoft.com/office/drawing/2014/main" id="{2CC15E48-B02F-400D-89DF-1DEF5CECDEB0}"/>
              </a:ext>
            </a:extLst>
          </p:cNvPr>
          <p:cNvSpPr>
            <a:spLocks xmlns:a="http://schemas.openxmlformats.org/drawingml/2006/main" noGrp="1"/>
          </p:cNvSpPr>
          <p:nvPr/>
        </p:nvSpPr>
        <p:spPr>
          <a:xfrm xmlns:a="http://schemas.openxmlformats.org/drawingml/2006/main">
            <a:off x="762000" y="6496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78858A"/>
                </a:solidFill>
                <a:latin typeface="Arial"/>
                <a:ea typeface="Arial"/>
                <a:cs typeface="Arial"/>
              </a:defRPr>
            </a:defPPr>
            <a:lvl1pPr algn="l">
              <a:defRPr sz="900" b="1">
                <a:solidFill>
                  <a:srgbClr val="78858A"/>
                </a:solidFill>
                <a:latin typeface="Arial"/>
                <a:ea typeface="Arial"/>
                <a:cs typeface="Arial"/>
              </a:defRPr>
            </a:lvl1pPr>
            <a:lvl2pPr algn="l">
              <a:defRPr sz="900" b="1">
                <a:solidFill>
                  <a:srgbClr val="78858A"/>
                </a:solidFill>
                <a:latin typeface="Arial"/>
                <a:ea typeface="Arial"/>
                <a:cs typeface="Arial"/>
              </a:defRPr>
            </a:lvl2pPr>
            <a:lvl3pPr algn="l">
              <a:defRPr sz="900" b="1">
                <a:solidFill>
                  <a:srgbClr val="78858A"/>
                </a:solidFill>
                <a:latin typeface="Arial"/>
                <a:ea typeface="Arial"/>
                <a:cs typeface="Arial"/>
              </a:defRPr>
            </a:lvl3pPr>
            <a:lvl4pPr algn="l">
              <a:defRPr sz="900" b="1">
                <a:solidFill>
                  <a:srgbClr val="78858A"/>
                </a:solidFill>
                <a:latin typeface="Arial"/>
                <a:ea typeface="Arial"/>
                <a:cs typeface="Arial"/>
              </a:defRPr>
            </a:lvl4pPr>
            <a:lvl5pPr algn="l">
              <a:defRPr sz="900" b="1">
                <a:solidFill>
                  <a:srgbClr val="78858A"/>
                </a:solidFill>
                <a:latin typeface="Arial"/>
                <a:ea typeface="Arial"/>
                <a:cs typeface="Arial"/>
              </a:defRPr>
            </a:lvl5pPr>
            <a:lvl6pPr algn="l">
              <a:defRPr sz="900" b="1">
                <a:solidFill>
                  <a:srgbClr val="78858A"/>
                </a:solidFill>
                <a:latin typeface="Arial"/>
                <a:ea typeface="Arial"/>
                <a:cs typeface="Arial"/>
              </a:defRPr>
            </a:lvl6pPr>
            <a:lvl7pPr algn="l">
              <a:defRPr sz="900" b="1">
                <a:solidFill>
                  <a:srgbClr val="78858A"/>
                </a:solidFill>
                <a:latin typeface="Arial"/>
                <a:ea typeface="Arial"/>
                <a:cs typeface="Arial"/>
              </a:defRPr>
            </a:lvl7pPr>
            <a:lvl8pPr algn="l">
              <a:defRPr sz="900" b="1">
                <a:solidFill>
                  <a:srgbClr val="78858A"/>
                </a:solidFill>
                <a:latin typeface="Arial"/>
                <a:ea typeface="Arial"/>
                <a:cs typeface="Arial"/>
              </a:defRPr>
            </a:lvl8pPr>
            <a:lvl9pPr algn="l">
              <a:defRPr sz="900" b="1">
                <a:solidFill>
                  <a:srgbClr val="78858A"/>
                </a:solidFill>
                <a:latin typeface="Arial"/>
                <a:ea typeface="Arial"/>
                <a:cs typeface="Arial"/>
              </a:defRPr>
            </a:lvl9pPr>
          </a:lstStyle>
          <a:p xmlns:a="http://schemas.openxmlformats.org/drawingml/2006/main">
            <a:pPr algn="l">
              <a:defRPr sz="900" b="1">
                <a:solidFill>
                  <a:srgbClr val="78858A"/>
                </a:solidFill>
                <a:latin typeface="Arial"/>
                <a:ea typeface="Arial"/>
                <a:cs typeface="Arial"/>
              </a:defRPr>
            </a:pPr>
            <a:r>
              <a:rPr sz="900" b="1">
                <a:solidFill>
                  <a:srgbClr val="78858A"/>
                </a:solidFill>
                <a:latin typeface="Arial"/>
                <a:ea typeface="Arial"/>
                <a:cs typeface="Arial"/>
              </a:rPr>
              <a:t>PROOFCASE  /  DIGITAL EVIDENCE VAULT</a:t>
            </a:r>
          </a:p>
        </p:txBody>
      </p:sp>
      <p:sp>
        <p:nvSpPr>
          <p:cNvPr id="21" name="">
            <a:extLst xmlns:a="http://schemas.openxmlformats.org/drawingml/2006/main">
              <a:ext uri="{FF2B5EF4-FFF2-40B4-BE49-F238E27FC236}">
                <a16:creationId xmlns:a16="http://schemas.microsoft.com/office/drawing/2014/main" id="{0C6A71D8-7FD7-4DAE-B2F8-D98A9D0CB59F}"/>
              </a:ext>
            </a:extLst>
          </p:cNvPr>
          <p:cNvSpPr>
            <a:spLocks xmlns:a="http://schemas.openxmlformats.org/drawingml/2006/main" noGrp="1"/>
          </p:cNvSpPr>
          <p:nvPr/>
        </p:nvSpPr>
        <p:spPr>
          <a:xfrm xmlns:a="http://schemas.openxmlformats.org/drawingml/2006/main">
            <a:off x="10668000" y="649605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78858A"/>
                </a:solidFill>
                <a:latin typeface="Arial"/>
                <a:ea typeface="Arial"/>
                <a:cs typeface="Arial"/>
              </a:defRPr>
            </a:defPPr>
            <a:lvl1pPr algn="r">
              <a:defRPr sz="900" b="0">
                <a:solidFill>
                  <a:srgbClr val="78858A"/>
                </a:solidFill>
                <a:latin typeface="Arial"/>
                <a:ea typeface="Arial"/>
                <a:cs typeface="Arial"/>
              </a:defRPr>
            </a:lvl1pPr>
            <a:lvl2pPr algn="r">
              <a:defRPr sz="900" b="0">
                <a:solidFill>
                  <a:srgbClr val="78858A"/>
                </a:solidFill>
                <a:latin typeface="Arial"/>
                <a:ea typeface="Arial"/>
                <a:cs typeface="Arial"/>
              </a:defRPr>
            </a:lvl2pPr>
            <a:lvl3pPr algn="r">
              <a:defRPr sz="900" b="0">
                <a:solidFill>
                  <a:srgbClr val="78858A"/>
                </a:solidFill>
                <a:latin typeface="Arial"/>
                <a:ea typeface="Arial"/>
                <a:cs typeface="Arial"/>
              </a:defRPr>
            </a:lvl3pPr>
            <a:lvl4pPr algn="r">
              <a:defRPr sz="900" b="0">
                <a:solidFill>
                  <a:srgbClr val="78858A"/>
                </a:solidFill>
                <a:latin typeface="Arial"/>
                <a:ea typeface="Arial"/>
                <a:cs typeface="Arial"/>
              </a:defRPr>
            </a:lvl4pPr>
            <a:lvl5pPr algn="r">
              <a:defRPr sz="900" b="0">
                <a:solidFill>
                  <a:srgbClr val="78858A"/>
                </a:solidFill>
                <a:latin typeface="Arial"/>
                <a:ea typeface="Arial"/>
                <a:cs typeface="Arial"/>
              </a:defRPr>
            </a:lvl5pPr>
            <a:lvl6pPr algn="r">
              <a:defRPr sz="900" b="0">
                <a:solidFill>
                  <a:srgbClr val="78858A"/>
                </a:solidFill>
                <a:latin typeface="Arial"/>
                <a:ea typeface="Arial"/>
                <a:cs typeface="Arial"/>
              </a:defRPr>
            </a:lvl6pPr>
            <a:lvl7pPr algn="r">
              <a:defRPr sz="900" b="0">
                <a:solidFill>
                  <a:srgbClr val="78858A"/>
                </a:solidFill>
                <a:latin typeface="Arial"/>
                <a:ea typeface="Arial"/>
                <a:cs typeface="Arial"/>
              </a:defRPr>
            </a:lvl7pPr>
            <a:lvl8pPr algn="r">
              <a:defRPr sz="900" b="0">
                <a:solidFill>
                  <a:srgbClr val="78858A"/>
                </a:solidFill>
                <a:latin typeface="Arial"/>
                <a:ea typeface="Arial"/>
                <a:cs typeface="Arial"/>
              </a:defRPr>
            </a:lvl8pPr>
            <a:lvl9pPr algn="r">
              <a:defRPr sz="900" b="0">
                <a:solidFill>
                  <a:srgbClr val="78858A"/>
                </a:solidFill>
                <a:latin typeface="Arial"/>
                <a:ea typeface="Arial"/>
                <a:cs typeface="Arial"/>
              </a:defRPr>
            </a:lvl9pPr>
          </a:lstStyle>
          <a:p xmlns:a="http://schemas.openxmlformats.org/drawingml/2006/main">
            <a:pPr algn="r">
              <a:defRPr sz="900" b="0">
                <a:solidFill>
                  <a:srgbClr val="78858A"/>
                </a:solidFill>
                <a:latin typeface="Arial"/>
                <a:ea typeface="Arial"/>
                <a:cs typeface="Arial"/>
              </a:defRPr>
            </a:pPr>
            <a:r>
              <a:rPr sz="900" b="0">
                <a:solidFill>
                  <a:srgbClr val="78858A"/>
                </a:solidFill>
                <a:latin typeface="Arial"/>
                <a:ea typeface="Arial"/>
                <a:cs typeface="Arial"/>
              </a:rPr>
              <a:t>04 / 10</a:t>
            </a:r>
          </a:p>
        </p:txBody>
      </p:sp>
    </p:spTree>
    <p:extLst>
      <p:ext uri="{BB962C8B-B14F-4D97-AF65-F5344CB8AC3E}">
        <p14:creationId xmlns:p14="http://schemas.microsoft.com/office/powerpoint/2010/main" val="300630658"/>
      </p:ext>
    </p:extLst>
  </p:cSld>
</p:sld>
</file>

<file path=ppt/slides/slide5.xml><?xml version="1.0" encoding="utf-8"?>
<p:sld xmlns:p="http://schemas.openxmlformats.org/presentationml/2006/main">
  <p:cSld>
    <p:bg>
      <p:bgPr>
        <a:solidFill xmlns:a="http://schemas.openxmlformats.org/drawingml/2006/main">
          <a:srgbClr val="101D2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5241EA5-DBEB-4416-A3EE-68516E650CB5}"/>
              </a:ext>
            </a:extLst>
          </p:cNvPr>
          <p:cNvSpPr>
            <a:spLocks xmlns:a="http://schemas.openxmlformats.org/drawingml/2006/main" noGrp="1"/>
          </p:cNvSpPr>
          <p:nvPr/>
        </p:nvSpPr>
        <p:spPr>
          <a:xfrm xmlns:a="http://schemas.openxmlformats.org/drawingml/2006/main">
            <a:off x="762000" y="638175"/>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FFFFFF"/>
                </a:solidFill>
                <a:latin typeface="Arial"/>
                <a:ea typeface="Arial"/>
                <a:cs typeface="Arial"/>
              </a:defRPr>
            </a:defPPr>
            <a:lvl1pPr algn="l">
              <a:defRPr sz="3225" b="1">
                <a:solidFill>
                  <a:srgbClr val="FFFFFF"/>
                </a:solidFill>
                <a:latin typeface="Arial"/>
                <a:ea typeface="Arial"/>
                <a:cs typeface="Arial"/>
              </a:defRPr>
            </a:lvl1pPr>
            <a:lvl2pPr algn="l">
              <a:defRPr sz="3225" b="1">
                <a:solidFill>
                  <a:srgbClr val="FFFFFF"/>
                </a:solidFill>
                <a:latin typeface="Arial"/>
                <a:ea typeface="Arial"/>
                <a:cs typeface="Arial"/>
              </a:defRPr>
            </a:lvl2pPr>
            <a:lvl3pPr algn="l">
              <a:defRPr sz="3225" b="1">
                <a:solidFill>
                  <a:srgbClr val="FFFFFF"/>
                </a:solidFill>
                <a:latin typeface="Arial"/>
                <a:ea typeface="Arial"/>
                <a:cs typeface="Arial"/>
              </a:defRPr>
            </a:lvl3pPr>
            <a:lvl4pPr algn="l">
              <a:defRPr sz="3225" b="1">
                <a:solidFill>
                  <a:srgbClr val="FFFFFF"/>
                </a:solidFill>
                <a:latin typeface="Arial"/>
                <a:ea typeface="Arial"/>
                <a:cs typeface="Arial"/>
              </a:defRPr>
            </a:lvl4pPr>
            <a:lvl5pPr algn="l">
              <a:defRPr sz="3225" b="1">
                <a:solidFill>
                  <a:srgbClr val="FFFFFF"/>
                </a:solidFill>
                <a:latin typeface="Arial"/>
                <a:ea typeface="Arial"/>
                <a:cs typeface="Arial"/>
              </a:defRPr>
            </a:lvl5pPr>
            <a:lvl6pPr algn="l">
              <a:defRPr sz="3225" b="1">
                <a:solidFill>
                  <a:srgbClr val="FFFFFF"/>
                </a:solidFill>
                <a:latin typeface="Arial"/>
                <a:ea typeface="Arial"/>
                <a:cs typeface="Arial"/>
              </a:defRPr>
            </a:lvl6pPr>
            <a:lvl7pPr algn="l">
              <a:defRPr sz="3225" b="1">
                <a:solidFill>
                  <a:srgbClr val="FFFFFF"/>
                </a:solidFill>
                <a:latin typeface="Arial"/>
                <a:ea typeface="Arial"/>
                <a:cs typeface="Arial"/>
              </a:defRPr>
            </a:lvl7pPr>
            <a:lvl8pPr algn="l">
              <a:defRPr sz="3225" b="1">
                <a:solidFill>
                  <a:srgbClr val="FFFFFF"/>
                </a:solidFill>
                <a:latin typeface="Arial"/>
                <a:ea typeface="Arial"/>
                <a:cs typeface="Arial"/>
              </a:defRPr>
            </a:lvl8pPr>
            <a:lvl9pPr algn="l">
              <a:defRPr sz="3225" b="1">
                <a:solidFill>
                  <a:srgbClr val="FFFFFF"/>
                </a:solidFill>
                <a:latin typeface="Arial"/>
                <a:ea typeface="Arial"/>
                <a:cs typeface="Arial"/>
              </a:defRPr>
            </a:lvl9pPr>
          </a:lstStyle>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Two hashes serve different checks</a:t>
            </a:r>
          </a:p>
        </p:txBody>
      </p:sp>
      <p:sp>
        <p:nvSpPr>
          <p:cNvPr id="2" name="">
            <a:extLst xmlns:a="http://schemas.openxmlformats.org/drawingml/2006/main">
              <a:ext uri="{FF2B5EF4-FFF2-40B4-BE49-F238E27FC236}">
                <a16:creationId xmlns:a16="http://schemas.microsoft.com/office/drawing/2014/main" id="{29D34419-DB4F-44F5-9116-8359D7F7D290}"/>
              </a:ext>
            </a:extLst>
          </p:cNvPr>
          <p:cNvSpPr>
            <a:spLocks xmlns:a="http://schemas.openxmlformats.org/drawingml/2006/main" noGrp="1"/>
          </p:cNvSpPr>
          <p:nvPr/>
        </p:nvSpPr>
        <p:spPr>
          <a:xfrm xmlns:a="http://schemas.openxmlformats.org/drawingml/2006/main">
            <a:off x="781050" y="12573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BBC9CA"/>
                </a:solidFill>
                <a:latin typeface="Arial"/>
                <a:ea typeface="Arial"/>
                <a:cs typeface="Arial"/>
              </a:defRPr>
            </a:defPPr>
            <a:lvl1pPr algn="l">
              <a:defRPr sz="1575" b="0">
                <a:solidFill>
                  <a:srgbClr val="BBC9CA"/>
                </a:solidFill>
                <a:latin typeface="Arial"/>
                <a:ea typeface="Arial"/>
                <a:cs typeface="Arial"/>
              </a:defRPr>
            </a:lvl1pPr>
            <a:lvl2pPr algn="l">
              <a:defRPr sz="1575" b="0">
                <a:solidFill>
                  <a:srgbClr val="BBC9CA"/>
                </a:solidFill>
                <a:latin typeface="Arial"/>
                <a:ea typeface="Arial"/>
                <a:cs typeface="Arial"/>
              </a:defRPr>
            </a:lvl2pPr>
            <a:lvl3pPr algn="l">
              <a:defRPr sz="1575" b="0">
                <a:solidFill>
                  <a:srgbClr val="BBC9CA"/>
                </a:solidFill>
                <a:latin typeface="Arial"/>
                <a:ea typeface="Arial"/>
                <a:cs typeface="Arial"/>
              </a:defRPr>
            </a:lvl3pPr>
            <a:lvl4pPr algn="l">
              <a:defRPr sz="1575" b="0">
                <a:solidFill>
                  <a:srgbClr val="BBC9CA"/>
                </a:solidFill>
                <a:latin typeface="Arial"/>
                <a:ea typeface="Arial"/>
                <a:cs typeface="Arial"/>
              </a:defRPr>
            </a:lvl4pPr>
            <a:lvl5pPr algn="l">
              <a:defRPr sz="1575" b="0">
                <a:solidFill>
                  <a:srgbClr val="BBC9CA"/>
                </a:solidFill>
                <a:latin typeface="Arial"/>
                <a:ea typeface="Arial"/>
                <a:cs typeface="Arial"/>
              </a:defRPr>
            </a:lvl5pPr>
            <a:lvl6pPr algn="l">
              <a:defRPr sz="1575" b="0">
                <a:solidFill>
                  <a:srgbClr val="BBC9CA"/>
                </a:solidFill>
                <a:latin typeface="Arial"/>
                <a:ea typeface="Arial"/>
                <a:cs typeface="Arial"/>
              </a:defRPr>
            </a:lvl6pPr>
            <a:lvl7pPr algn="l">
              <a:defRPr sz="1575" b="0">
                <a:solidFill>
                  <a:srgbClr val="BBC9CA"/>
                </a:solidFill>
                <a:latin typeface="Arial"/>
                <a:ea typeface="Arial"/>
                <a:cs typeface="Arial"/>
              </a:defRPr>
            </a:lvl7pPr>
            <a:lvl8pPr algn="l">
              <a:defRPr sz="1575" b="0">
                <a:solidFill>
                  <a:srgbClr val="BBC9CA"/>
                </a:solidFill>
                <a:latin typeface="Arial"/>
                <a:ea typeface="Arial"/>
                <a:cs typeface="Arial"/>
              </a:defRPr>
            </a:lvl8pPr>
            <a:lvl9pPr algn="l">
              <a:defRPr sz="1575" b="0">
                <a:solidFill>
                  <a:srgbClr val="BBC9CA"/>
                </a:solidFill>
                <a:latin typeface="Arial"/>
                <a:ea typeface="Arial"/>
                <a:cs typeface="Arial"/>
              </a:defRPr>
            </a:lvl9pPr>
          </a:lstStyle>
          <a:p xmlns:a="http://schemas.openxmlformats.org/drawingml/2006/main">
            <a:pPr algn="l">
              <a:defRPr sz="1575" b="0">
                <a:solidFill>
                  <a:srgbClr val="BBC9CA"/>
                </a:solidFill>
                <a:latin typeface="Arial"/>
                <a:ea typeface="Arial"/>
                <a:cs typeface="Arial"/>
              </a:defRPr>
            </a:pPr>
            <a:r>
              <a:rPr sz="1575" b="0">
                <a:solidFill>
                  <a:srgbClr val="BBC9CA"/>
                </a:solidFill>
                <a:latin typeface="Arial"/>
                <a:ea typeface="Arial"/>
                <a:cs typeface="Arial"/>
              </a:rPr>
              <a:t>The file hash identifies bytes; the event hash links one custody entry to the next.</a:t>
            </a:r>
          </a:p>
        </p:txBody>
      </p:sp>
      <p:sp>
        <p:nvSpPr>
          <p:cNvPr id="3" name="">
            <a:extLst xmlns:a="http://schemas.openxmlformats.org/drawingml/2006/main">
              <a:ext uri="{FF2B5EF4-FFF2-40B4-BE49-F238E27FC236}">
                <a16:creationId xmlns:a16="http://schemas.microsoft.com/office/drawing/2014/main" id="{3DCC39C7-0AD3-4549-B7D3-FF460FD5C2E5}"/>
              </a:ext>
            </a:extLst>
          </p:cNvPr>
          <p:cNvSpPr>
            <a:spLocks xmlns:a="http://schemas.openxmlformats.org/drawingml/2006/main" noGrp="1"/>
          </p:cNvSpPr>
          <p:nvPr/>
        </p:nvSpPr>
        <p:spPr>
          <a:xfrm xmlns:a="http://schemas.openxmlformats.org/drawingml/2006/main">
            <a:off x="800100" y="2095500"/>
            <a:ext cx="2238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5C4A8"/>
                </a:solidFill>
                <a:latin typeface="Arial"/>
                <a:ea typeface="Arial"/>
                <a:cs typeface="Arial"/>
              </a:defRPr>
            </a:defPPr>
            <a:lvl1pPr algn="l">
              <a:defRPr sz="1125" b="1">
                <a:solidFill>
                  <a:srgbClr val="25C4A8"/>
                </a:solidFill>
                <a:latin typeface="Arial"/>
                <a:ea typeface="Arial"/>
                <a:cs typeface="Arial"/>
              </a:defRPr>
            </a:lvl1pPr>
            <a:lvl2pPr algn="l">
              <a:defRPr sz="1125" b="1">
                <a:solidFill>
                  <a:srgbClr val="25C4A8"/>
                </a:solidFill>
                <a:latin typeface="Arial"/>
                <a:ea typeface="Arial"/>
                <a:cs typeface="Arial"/>
              </a:defRPr>
            </a:lvl2pPr>
            <a:lvl3pPr algn="l">
              <a:defRPr sz="1125" b="1">
                <a:solidFill>
                  <a:srgbClr val="25C4A8"/>
                </a:solidFill>
                <a:latin typeface="Arial"/>
                <a:ea typeface="Arial"/>
                <a:cs typeface="Arial"/>
              </a:defRPr>
            </a:lvl3pPr>
            <a:lvl4pPr algn="l">
              <a:defRPr sz="1125" b="1">
                <a:solidFill>
                  <a:srgbClr val="25C4A8"/>
                </a:solidFill>
                <a:latin typeface="Arial"/>
                <a:ea typeface="Arial"/>
                <a:cs typeface="Arial"/>
              </a:defRPr>
            </a:lvl4pPr>
            <a:lvl5pPr algn="l">
              <a:defRPr sz="1125" b="1">
                <a:solidFill>
                  <a:srgbClr val="25C4A8"/>
                </a:solidFill>
                <a:latin typeface="Arial"/>
                <a:ea typeface="Arial"/>
                <a:cs typeface="Arial"/>
              </a:defRPr>
            </a:lvl5pPr>
            <a:lvl6pPr algn="l">
              <a:defRPr sz="1125" b="1">
                <a:solidFill>
                  <a:srgbClr val="25C4A8"/>
                </a:solidFill>
                <a:latin typeface="Arial"/>
                <a:ea typeface="Arial"/>
                <a:cs typeface="Arial"/>
              </a:defRPr>
            </a:lvl6pPr>
            <a:lvl7pPr algn="l">
              <a:defRPr sz="1125" b="1">
                <a:solidFill>
                  <a:srgbClr val="25C4A8"/>
                </a:solidFill>
                <a:latin typeface="Arial"/>
                <a:ea typeface="Arial"/>
                <a:cs typeface="Arial"/>
              </a:defRPr>
            </a:lvl7pPr>
            <a:lvl8pPr algn="l">
              <a:defRPr sz="1125" b="1">
                <a:solidFill>
                  <a:srgbClr val="25C4A8"/>
                </a:solidFill>
                <a:latin typeface="Arial"/>
                <a:ea typeface="Arial"/>
                <a:cs typeface="Arial"/>
              </a:defRPr>
            </a:lvl8pPr>
            <a:lvl9pPr algn="l">
              <a:defRPr sz="1125" b="1">
                <a:solidFill>
                  <a:srgbClr val="25C4A8"/>
                </a:solidFill>
                <a:latin typeface="Arial"/>
                <a:ea typeface="Arial"/>
                <a:cs typeface="Arial"/>
              </a:defRPr>
            </a:lvl9pPr>
          </a:lstStyle>
          <a:p xmlns:a="http://schemas.openxmlformats.org/drawingml/2006/main">
            <a:pPr algn="l">
              <a:defRPr sz="1125" b="1">
                <a:solidFill>
                  <a:srgbClr val="25C4A8"/>
                </a:solidFill>
                <a:latin typeface="Arial"/>
                <a:ea typeface="Arial"/>
                <a:cs typeface="Arial"/>
              </a:defRPr>
            </a:pPr>
            <a:r>
              <a:rPr sz="1125" b="1">
                <a:solidFill>
                  <a:srgbClr val="25C4A8"/>
                </a:solidFill>
                <a:latin typeface="Arial"/>
                <a:ea typeface="Arial"/>
                <a:cs typeface="Arial"/>
              </a:rPr>
              <a:t>FILE FINGERPRINT</a:t>
            </a:r>
          </a:p>
        </p:txBody>
      </p:sp>
      <p:sp>
        <p:nvSpPr>
          <p:cNvPr id="4" name="">
            <a:extLst xmlns:a="http://schemas.openxmlformats.org/drawingml/2006/main">
              <a:ext uri="{FF2B5EF4-FFF2-40B4-BE49-F238E27FC236}">
                <a16:creationId xmlns:a16="http://schemas.microsoft.com/office/drawing/2014/main" id="{DC8B1B30-3F37-492E-BC08-81FF07686978}"/>
              </a:ext>
            </a:extLst>
          </p:cNvPr>
          <p:cNvSpPr>
            <a:spLocks xmlns:a="http://schemas.openxmlformats.org/drawingml/2006/main" noGrp="1"/>
          </p:cNvSpPr>
          <p:nvPr/>
        </p:nvSpPr>
        <p:spPr>
          <a:xfrm xmlns:a="http://schemas.openxmlformats.org/drawingml/2006/main">
            <a:off x="800100" y="2514600"/>
            <a:ext cx="2238375"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FFFFFF"/>
                </a:solidFill>
                <a:latin typeface="Arial"/>
                <a:ea typeface="Arial"/>
                <a:cs typeface="Arial"/>
              </a:defRPr>
            </a:defPPr>
            <a:lvl1pPr algn="l">
              <a:defRPr sz="2175" b="1">
                <a:solidFill>
                  <a:srgbClr val="FFFFFF"/>
                </a:solidFill>
                <a:latin typeface="Arial"/>
                <a:ea typeface="Arial"/>
                <a:cs typeface="Arial"/>
              </a:defRPr>
            </a:lvl1pPr>
            <a:lvl2pPr algn="l">
              <a:defRPr sz="2175" b="1">
                <a:solidFill>
                  <a:srgbClr val="FFFFFF"/>
                </a:solidFill>
                <a:latin typeface="Arial"/>
                <a:ea typeface="Arial"/>
                <a:cs typeface="Arial"/>
              </a:defRPr>
            </a:lvl2pPr>
            <a:lvl3pPr algn="l">
              <a:defRPr sz="2175" b="1">
                <a:solidFill>
                  <a:srgbClr val="FFFFFF"/>
                </a:solidFill>
                <a:latin typeface="Arial"/>
                <a:ea typeface="Arial"/>
                <a:cs typeface="Arial"/>
              </a:defRPr>
            </a:lvl3pPr>
            <a:lvl4pPr algn="l">
              <a:defRPr sz="2175" b="1">
                <a:solidFill>
                  <a:srgbClr val="FFFFFF"/>
                </a:solidFill>
                <a:latin typeface="Arial"/>
                <a:ea typeface="Arial"/>
                <a:cs typeface="Arial"/>
              </a:defRPr>
            </a:lvl4pPr>
            <a:lvl5pPr algn="l">
              <a:defRPr sz="2175" b="1">
                <a:solidFill>
                  <a:srgbClr val="FFFFFF"/>
                </a:solidFill>
                <a:latin typeface="Arial"/>
                <a:ea typeface="Arial"/>
                <a:cs typeface="Arial"/>
              </a:defRPr>
            </a:lvl5pPr>
            <a:lvl6pPr algn="l">
              <a:defRPr sz="2175" b="1">
                <a:solidFill>
                  <a:srgbClr val="FFFFFF"/>
                </a:solidFill>
                <a:latin typeface="Arial"/>
                <a:ea typeface="Arial"/>
                <a:cs typeface="Arial"/>
              </a:defRPr>
            </a:lvl6pPr>
            <a:lvl7pPr algn="l">
              <a:defRPr sz="2175" b="1">
                <a:solidFill>
                  <a:srgbClr val="FFFFFF"/>
                </a:solidFill>
                <a:latin typeface="Arial"/>
                <a:ea typeface="Arial"/>
                <a:cs typeface="Arial"/>
              </a:defRPr>
            </a:lvl7pPr>
            <a:lvl8pPr algn="l">
              <a:defRPr sz="2175" b="1">
                <a:solidFill>
                  <a:srgbClr val="FFFFFF"/>
                </a:solidFill>
                <a:latin typeface="Arial"/>
                <a:ea typeface="Arial"/>
                <a:cs typeface="Arial"/>
              </a:defRPr>
            </a:lvl8pPr>
            <a:lvl9pPr algn="l">
              <a:defRPr sz="2175" b="1">
                <a:solidFill>
                  <a:srgbClr val="FFFFFF"/>
                </a:solidFill>
                <a:latin typeface="Arial"/>
                <a:ea typeface="Arial"/>
                <a:cs typeface="Arial"/>
              </a:defRPr>
            </a:lvl9pPr>
          </a:lstStyle>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File bytes</a:t>
            </a:r>
          </a:p>
        </p:txBody>
      </p:sp>
      <p:sp>
        <p:nvSpPr>
          <p:cNvPr id="5" name="">
            <a:extLst xmlns:a="http://schemas.openxmlformats.org/drawingml/2006/main">
              <a:ext uri="{FF2B5EF4-FFF2-40B4-BE49-F238E27FC236}">
                <a16:creationId xmlns:a16="http://schemas.microsoft.com/office/drawing/2014/main" id="{527F352E-41FC-43CB-A60B-787BE314FF29}"/>
              </a:ext>
            </a:extLst>
          </p:cNvPr>
          <p:cNvSpPr>
            <a:spLocks xmlns:a="http://schemas.openxmlformats.org/drawingml/2006/main" noGrp="1"/>
          </p:cNvSpPr>
          <p:nvPr/>
        </p:nvSpPr>
        <p:spPr>
          <a:xfrm xmlns:a="http://schemas.openxmlformats.org/drawingml/2006/main">
            <a:off x="800100" y="3086100"/>
            <a:ext cx="2238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ABABB"/>
                </a:solidFill>
                <a:latin typeface="Arial"/>
                <a:ea typeface="Arial"/>
                <a:cs typeface="Arial"/>
              </a:defRPr>
            </a:defPPr>
            <a:lvl1pPr algn="l">
              <a:defRPr sz="1275" b="0">
                <a:solidFill>
                  <a:srgbClr val="AABABB"/>
                </a:solidFill>
                <a:latin typeface="Arial"/>
                <a:ea typeface="Arial"/>
                <a:cs typeface="Arial"/>
              </a:defRPr>
            </a:lvl1pPr>
            <a:lvl2pPr algn="l">
              <a:defRPr sz="1275" b="0">
                <a:solidFill>
                  <a:srgbClr val="AABABB"/>
                </a:solidFill>
                <a:latin typeface="Arial"/>
                <a:ea typeface="Arial"/>
                <a:cs typeface="Arial"/>
              </a:defRPr>
            </a:lvl2pPr>
            <a:lvl3pPr algn="l">
              <a:defRPr sz="1275" b="0">
                <a:solidFill>
                  <a:srgbClr val="AABABB"/>
                </a:solidFill>
                <a:latin typeface="Arial"/>
                <a:ea typeface="Arial"/>
                <a:cs typeface="Arial"/>
              </a:defRPr>
            </a:lvl3pPr>
            <a:lvl4pPr algn="l">
              <a:defRPr sz="1275" b="0">
                <a:solidFill>
                  <a:srgbClr val="AABABB"/>
                </a:solidFill>
                <a:latin typeface="Arial"/>
                <a:ea typeface="Arial"/>
                <a:cs typeface="Arial"/>
              </a:defRPr>
            </a:lvl4pPr>
            <a:lvl5pPr algn="l">
              <a:defRPr sz="1275" b="0">
                <a:solidFill>
                  <a:srgbClr val="AABABB"/>
                </a:solidFill>
                <a:latin typeface="Arial"/>
                <a:ea typeface="Arial"/>
                <a:cs typeface="Arial"/>
              </a:defRPr>
            </a:lvl5pPr>
            <a:lvl6pPr algn="l">
              <a:defRPr sz="1275" b="0">
                <a:solidFill>
                  <a:srgbClr val="AABABB"/>
                </a:solidFill>
                <a:latin typeface="Arial"/>
                <a:ea typeface="Arial"/>
                <a:cs typeface="Arial"/>
              </a:defRPr>
            </a:lvl6pPr>
            <a:lvl7pPr algn="l">
              <a:defRPr sz="1275" b="0">
                <a:solidFill>
                  <a:srgbClr val="AABABB"/>
                </a:solidFill>
                <a:latin typeface="Arial"/>
                <a:ea typeface="Arial"/>
                <a:cs typeface="Arial"/>
              </a:defRPr>
            </a:lvl7pPr>
            <a:lvl8pPr algn="l">
              <a:defRPr sz="1275" b="0">
                <a:solidFill>
                  <a:srgbClr val="AABABB"/>
                </a:solidFill>
                <a:latin typeface="Arial"/>
                <a:ea typeface="Arial"/>
                <a:cs typeface="Arial"/>
              </a:defRPr>
            </a:lvl8pPr>
            <a:lvl9pPr algn="l">
              <a:defRPr sz="1275" b="0">
                <a:solidFill>
                  <a:srgbClr val="AABABB"/>
                </a:solidFill>
                <a:latin typeface="Arial"/>
                <a:ea typeface="Arial"/>
                <a:cs typeface="Arial"/>
              </a:defRPr>
            </a:lvl9pPr>
          </a:lstStyle>
          <a:p xmlns:a="http://schemas.openxmlformats.org/drawingml/2006/main">
            <a:pPr algn="l">
              <a:defRPr sz="1275" b="0">
                <a:solidFill>
                  <a:srgbClr val="AABABB"/>
                </a:solidFill>
                <a:latin typeface="Arial"/>
                <a:ea typeface="Arial"/>
                <a:cs typeface="Arial"/>
              </a:defRPr>
            </a:pPr>
            <a:r>
              <a:rPr sz="1275" b="0">
                <a:solidFill>
                  <a:srgbClr val="AABABB"/>
                </a:solidFill>
                <a:latin typeface="Arial"/>
                <a:ea typeface="Arial"/>
                <a:cs typeface="Arial"/>
              </a:rPr>
              <a:t>Any supported file</a:t>
            </a:r>
          </a:p>
        </p:txBody>
      </p:sp>
      <p:sp>
        <p:nvSpPr>
          <p:cNvPr id="6" name="">
            <a:extLst xmlns:a="http://schemas.openxmlformats.org/drawingml/2006/main">
              <a:ext uri="{FF2B5EF4-FFF2-40B4-BE49-F238E27FC236}">
                <a16:creationId xmlns:a16="http://schemas.microsoft.com/office/drawing/2014/main" id="{62F6499D-07DD-4316-AF15-A719E43BE180}"/>
              </a:ext>
            </a:extLst>
          </p:cNvPr>
          <p:cNvSpPr>
            <a:spLocks xmlns:a="http://schemas.openxmlformats.org/drawingml/2006/main" noGrp="1"/>
          </p:cNvSpPr>
          <p:nvPr/>
        </p:nvSpPr>
        <p:spPr>
          <a:xfrm xmlns:a="http://schemas.openxmlformats.org/drawingml/2006/main">
            <a:off x="3095625" y="2838450"/>
            <a:ext cx="809625" cy="28575"/>
          </a:xfrm>
          <a:prstGeom xmlns:a="http://schemas.openxmlformats.org/drawingml/2006/main" prst="rect">
            <a:avLst/>
          </a:prstGeom>
          <a:solidFill xmlns:a="http://schemas.openxmlformats.org/drawingml/2006/main">
            <a:srgbClr val="47616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604C528-A758-4620-8AF9-EE8558367161}"/>
              </a:ext>
            </a:extLst>
          </p:cNvPr>
          <p:cNvSpPr>
            <a:spLocks xmlns:a="http://schemas.openxmlformats.org/drawingml/2006/main" noGrp="1"/>
          </p:cNvSpPr>
          <p:nvPr/>
        </p:nvSpPr>
        <p:spPr>
          <a:xfrm xmlns:a="http://schemas.openxmlformats.org/drawingml/2006/main">
            <a:off x="4038600" y="2524125"/>
            <a:ext cx="1571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SHA-256</a:t>
            </a:r>
          </a:p>
        </p:txBody>
      </p:sp>
      <p:sp>
        <p:nvSpPr>
          <p:cNvPr id="8" name="">
            <a:extLst xmlns:a="http://schemas.openxmlformats.org/drawingml/2006/main">
              <a:ext uri="{FF2B5EF4-FFF2-40B4-BE49-F238E27FC236}">
                <a16:creationId xmlns:a16="http://schemas.microsoft.com/office/drawing/2014/main" id="{6BEA562D-32B6-48E2-9B58-37D7F8DBA4C7}"/>
              </a:ext>
            </a:extLst>
          </p:cNvPr>
          <p:cNvSpPr>
            <a:spLocks xmlns:a="http://schemas.openxmlformats.org/drawingml/2006/main" noGrp="1"/>
          </p:cNvSpPr>
          <p:nvPr/>
        </p:nvSpPr>
        <p:spPr>
          <a:xfrm xmlns:a="http://schemas.openxmlformats.org/drawingml/2006/main">
            <a:off x="5715000" y="2838450"/>
            <a:ext cx="762000" cy="28575"/>
          </a:xfrm>
          <a:prstGeom xmlns:a="http://schemas.openxmlformats.org/drawingml/2006/main" prst="rect">
            <a:avLst/>
          </a:prstGeom>
          <a:solidFill xmlns:a="http://schemas.openxmlformats.org/drawingml/2006/main">
            <a:srgbClr val="47616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BC1E14C-2FC5-4513-BAE5-8294095BB54F}"/>
              </a:ext>
            </a:extLst>
          </p:cNvPr>
          <p:cNvSpPr>
            <a:spLocks xmlns:a="http://schemas.openxmlformats.org/drawingml/2006/main" noGrp="1"/>
          </p:cNvSpPr>
          <p:nvPr/>
        </p:nvSpPr>
        <p:spPr>
          <a:xfrm xmlns:a="http://schemas.openxmlformats.org/drawingml/2006/main">
            <a:off x="6657975" y="2381250"/>
            <a:ext cx="4095750" cy="1028700"/>
          </a:xfrm>
          <a:prstGeom xmlns:a="http://schemas.openxmlformats.org/drawingml/2006/main" prst="roundRect">
            <a:avLst>
              <a:gd name="adj" fmla="val 4630"/>
            </a:avLst>
          </a:prstGeom>
          <a:solidFill xmlns:a="http://schemas.openxmlformats.org/drawingml/2006/main">
            <a:srgbClr val="20394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3F851CE-243D-483F-819F-0582D39DC172}"/>
              </a:ext>
            </a:extLst>
          </p:cNvPr>
          <p:cNvSpPr>
            <a:spLocks xmlns:a="http://schemas.openxmlformats.org/drawingml/2006/main" noGrp="1"/>
          </p:cNvSpPr>
          <p:nvPr/>
        </p:nvSpPr>
        <p:spPr>
          <a:xfrm xmlns:a="http://schemas.openxmlformats.org/drawingml/2006/main">
            <a:off x="6896100" y="2562225"/>
            <a:ext cx="3476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D8F06B"/>
                </a:solidFill>
                <a:latin typeface="Arial"/>
                <a:ea typeface="Arial"/>
                <a:cs typeface="Arial"/>
              </a:defRPr>
            </a:defPPr>
            <a:lvl1pPr algn="l">
              <a:defRPr sz="1800" b="1">
                <a:solidFill>
                  <a:srgbClr val="D8F06B"/>
                </a:solidFill>
                <a:latin typeface="Arial"/>
                <a:ea typeface="Arial"/>
                <a:cs typeface="Arial"/>
              </a:defRPr>
            </a:lvl1pPr>
            <a:lvl2pPr algn="l">
              <a:defRPr sz="1800" b="1">
                <a:solidFill>
                  <a:srgbClr val="D8F06B"/>
                </a:solidFill>
                <a:latin typeface="Arial"/>
                <a:ea typeface="Arial"/>
                <a:cs typeface="Arial"/>
              </a:defRPr>
            </a:lvl2pPr>
            <a:lvl3pPr algn="l">
              <a:defRPr sz="1800" b="1">
                <a:solidFill>
                  <a:srgbClr val="D8F06B"/>
                </a:solidFill>
                <a:latin typeface="Arial"/>
                <a:ea typeface="Arial"/>
                <a:cs typeface="Arial"/>
              </a:defRPr>
            </a:lvl3pPr>
            <a:lvl4pPr algn="l">
              <a:defRPr sz="1800" b="1">
                <a:solidFill>
                  <a:srgbClr val="D8F06B"/>
                </a:solidFill>
                <a:latin typeface="Arial"/>
                <a:ea typeface="Arial"/>
                <a:cs typeface="Arial"/>
              </a:defRPr>
            </a:lvl4pPr>
            <a:lvl5pPr algn="l">
              <a:defRPr sz="1800" b="1">
                <a:solidFill>
                  <a:srgbClr val="D8F06B"/>
                </a:solidFill>
                <a:latin typeface="Arial"/>
                <a:ea typeface="Arial"/>
                <a:cs typeface="Arial"/>
              </a:defRPr>
            </a:lvl5pPr>
            <a:lvl6pPr algn="l">
              <a:defRPr sz="1800" b="1">
                <a:solidFill>
                  <a:srgbClr val="D8F06B"/>
                </a:solidFill>
                <a:latin typeface="Arial"/>
                <a:ea typeface="Arial"/>
                <a:cs typeface="Arial"/>
              </a:defRPr>
            </a:lvl6pPr>
            <a:lvl7pPr algn="l">
              <a:defRPr sz="1800" b="1">
                <a:solidFill>
                  <a:srgbClr val="D8F06B"/>
                </a:solidFill>
                <a:latin typeface="Arial"/>
                <a:ea typeface="Arial"/>
                <a:cs typeface="Arial"/>
              </a:defRPr>
            </a:lvl7pPr>
            <a:lvl8pPr algn="l">
              <a:defRPr sz="1800" b="1">
                <a:solidFill>
                  <a:srgbClr val="D8F06B"/>
                </a:solidFill>
                <a:latin typeface="Arial"/>
                <a:ea typeface="Arial"/>
                <a:cs typeface="Arial"/>
              </a:defRPr>
            </a:lvl8pPr>
            <a:lvl9pPr algn="l">
              <a:defRPr sz="1800" b="1">
                <a:solidFill>
                  <a:srgbClr val="D8F06B"/>
                </a:solidFill>
                <a:latin typeface="Arial"/>
                <a:ea typeface="Arial"/>
                <a:cs typeface="Arial"/>
              </a:defRPr>
            </a:lvl9pPr>
          </a:lstStyle>
          <a:p xmlns:a="http://schemas.openxmlformats.org/drawingml/2006/main">
            <a:pPr algn="l">
              <a:defRPr sz="1800" b="1">
                <a:solidFill>
                  <a:srgbClr val="D8F06B"/>
                </a:solidFill>
                <a:latin typeface="Arial"/>
                <a:ea typeface="Arial"/>
                <a:cs typeface="Arial"/>
              </a:defRPr>
            </a:pPr>
            <a:r>
              <a:rPr sz="1800" b="1">
                <a:solidFill>
                  <a:srgbClr val="D8F06B"/>
                </a:solidFill>
                <a:latin typeface="Arial"/>
                <a:ea typeface="Arial"/>
                <a:cs typeface="Arial"/>
              </a:rPr>
              <a:t>File fingerprint</a:t>
            </a:r>
          </a:p>
        </p:txBody>
      </p:sp>
      <p:sp>
        <p:nvSpPr>
          <p:cNvPr id="11" name="">
            <a:extLst xmlns:a="http://schemas.openxmlformats.org/drawingml/2006/main">
              <a:ext uri="{FF2B5EF4-FFF2-40B4-BE49-F238E27FC236}">
                <a16:creationId xmlns:a16="http://schemas.microsoft.com/office/drawing/2014/main" id="{F001F528-A181-4E48-AB18-ACE7BD422910}"/>
              </a:ext>
            </a:extLst>
          </p:cNvPr>
          <p:cNvSpPr>
            <a:spLocks xmlns:a="http://schemas.openxmlformats.org/drawingml/2006/main" noGrp="1"/>
          </p:cNvSpPr>
          <p:nvPr/>
        </p:nvSpPr>
        <p:spPr>
          <a:xfrm xmlns:a="http://schemas.openxmlformats.org/drawingml/2006/main">
            <a:off x="6896100" y="2962275"/>
            <a:ext cx="3476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C1CCCC"/>
                </a:solidFill>
                <a:latin typeface="Arial"/>
                <a:ea typeface="Arial"/>
                <a:cs typeface="Arial"/>
              </a:defRPr>
            </a:defPPr>
            <a:lvl1pPr algn="l">
              <a:defRPr sz="1200" b="0">
                <a:solidFill>
                  <a:srgbClr val="C1CCCC"/>
                </a:solidFill>
                <a:latin typeface="Arial"/>
                <a:ea typeface="Arial"/>
                <a:cs typeface="Arial"/>
              </a:defRPr>
            </a:lvl1pPr>
            <a:lvl2pPr algn="l">
              <a:defRPr sz="1200" b="0">
                <a:solidFill>
                  <a:srgbClr val="C1CCCC"/>
                </a:solidFill>
                <a:latin typeface="Arial"/>
                <a:ea typeface="Arial"/>
                <a:cs typeface="Arial"/>
              </a:defRPr>
            </a:lvl2pPr>
            <a:lvl3pPr algn="l">
              <a:defRPr sz="1200" b="0">
                <a:solidFill>
                  <a:srgbClr val="C1CCCC"/>
                </a:solidFill>
                <a:latin typeface="Arial"/>
                <a:ea typeface="Arial"/>
                <a:cs typeface="Arial"/>
              </a:defRPr>
            </a:lvl3pPr>
            <a:lvl4pPr algn="l">
              <a:defRPr sz="1200" b="0">
                <a:solidFill>
                  <a:srgbClr val="C1CCCC"/>
                </a:solidFill>
                <a:latin typeface="Arial"/>
                <a:ea typeface="Arial"/>
                <a:cs typeface="Arial"/>
              </a:defRPr>
            </a:lvl4pPr>
            <a:lvl5pPr algn="l">
              <a:defRPr sz="1200" b="0">
                <a:solidFill>
                  <a:srgbClr val="C1CCCC"/>
                </a:solidFill>
                <a:latin typeface="Arial"/>
                <a:ea typeface="Arial"/>
                <a:cs typeface="Arial"/>
              </a:defRPr>
            </a:lvl5pPr>
            <a:lvl6pPr algn="l">
              <a:defRPr sz="1200" b="0">
                <a:solidFill>
                  <a:srgbClr val="C1CCCC"/>
                </a:solidFill>
                <a:latin typeface="Arial"/>
                <a:ea typeface="Arial"/>
                <a:cs typeface="Arial"/>
              </a:defRPr>
            </a:lvl6pPr>
            <a:lvl7pPr algn="l">
              <a:defRPr sz="1200" b="0">
                <a:solidFill>
                  <a:srgbClr val="C1CCCC"/>
                </a:solidFill>
                <a:latin typeface="Arial"/>
                <a:ea typeface="Arial"/>
                <a:cs typeface="Arial"/>
              </a:defRPr>
            </a:lvl7pPr>
            <a:lvl8pPr algn="l">
              <a:defRPr sz="1200" b="0">
                <a:solidFill>
                  <a:srgbClr val="C1CCCC"/>
                </a:solidFill>
                <a:latin typeface="Arial"/>
                <a:ea typeface="Arial"/>
                <a:cs typeface="Arial"/>
              </a:defRPr>
            </a:lvl8pPr>
            <a:lvl9pPr algn="l">
              <a:defRPr sz="1200" b="0">
                <a:solidFill>
                  <a:srgbClr val="C1CCCC"/>
                </a:solidFill>
                <a:latin typeface="Arial"/>
                <a:ea typeface="Arial"/>
                <a:cs typeface="Arial"/>
              </a:defRPr>
            </a:lvl9pPr>
          </a:lstStyle>
          <a:p xmlns:a="http://schemas.openxmlformats.org/drawingml/2006/main">
            <a:pPr algn="l">
              <a:defRPr sz="1200" b="0">
                <a:solidFill>
                  <a:srgbClr val="C1CCCC"/>
                </a:solidFill>
                <a:latin typeface="Arial"/>
                <a:ea typeface="Arial"/>
                <a:cs typeface="Arial"/>
              </a:defRPr>
            </a:pPr>
            <a:r>
              <a:rPr sz="1200" b="0">
                <a:solidFill>
                  <a:srgbClr val="C1CCCC"/>
                </a:solidFill>
                <a:latin typeface="Arial"/>
                <a:ea typeface="Arial"/>
                <a:cs typeface="Arial"/>
              </a:rPr>
              <a:t>A digest to compare the file against later</a:t>
            </a:r>
          </a:p>
        </p:txBody>
      </p:sp>
      <p:sp>
        <p:nvSpPr>
          <p:cNvPr id="12" name="">
            <a:extLst xmlns:a="http://schemas.openxmlformats.org/drawingml/2006/main">
              <a:ext uri="{FF2B5EF4-FFF2-40B4-BE49-F238E27FC236}">
                <a16:creationId xmlns:a16="http://schemas.microsoft.com/office/drawing/2014/main" id="{2133E2D8-1066-46C7-8DDC-B1D7E533B40B}"/>
              </a:ext>
            </a:extLst>
          </p:cNvPr>
          <p:cNvSpPr>
            <a:spLocks xmlns:a="http://schemas.openxmlformats.org/drawingml/2006/main" noGrp="1"/>
          </p:cNvSpPr>
          <p:nvPr/>
        </p:nvSpPr>
        <p:spPr>
          <a:xfrm xmlns:a="http://schemas.openxmlformats.org/drawingml/2006/main">
            <a:off x="800100" y="3733800"/>
            <a:ext cx="10287000" cy="9525"/>
          </a:xfrm>
          <a:prstGeom xmlns:a="http://schemas.openxmlformats.org/drawingml/2006/main" prst="rect">
            <a:avLst/>
          </a:prstGeom>
          <a:solidFill xmlns:a="http://schemas.openxmlformats.org/drawingml/2006/main">
            <a:srgbClr val="334B5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F7A23C7-C859-4E69-AA74-994208542102}"/>
              </a:ext>
            </a:extLst>
          </p:cNvPr>
          <p:cNvSpPr>
            <a:spLocks xmlns:a="http://schemas.openxmlformats.org/drawingml/2006/main" noGrp="1"/>
          </p:cNvSpPr>
          <p:nvPr/>
        </p:nvSpPr>
        <p:spPr>
          <a:xfrm xmlns:a="http://schemas.openxmlformats.org/drawingml/2006/main">
            <a:off x="800100" y="4000500"/>
            <a:ext cx="2238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5C4A8"/>
                </a:solidFill>
                <a:latin typeface="Arial"/>
                <a:ea typeface="Arial"/>
                <a:cs typeface="Arial"/>
              </a:defRPr>
            </a:defPPr>
            <a:lvl1pPr algn="l">
              <a:defRPr sz="1125" b="1">
                <a:solidFill>
                  <a:srgbClr val="25C4A8"/>
                </a:solidFill>
                <a:latin typeface="Arial"/>
                <a:ea typeface="Arial"/>
                <a:cs typeface="Arial"/>
              </a:defRPr>
            </a:lvl1pPr>
            <a:lvl2pPr algn="l">
              <a:defRPr sz="1125" b="1">
                <a:solidFill>
                  <a:srgbClr val="25C4A8"/>
                </a:solidFill>
                <a:latin typeface="Arial"/>
                <a:ea typeface="Arial"/>
                <a:cs typeface="Arial"/>
              </a:defRPr>
            </a:lvl2pPr>
            <a:lvl3pPr algn="l">
              <a:defRPr sz="1125" b="1">
                <a:solidFill>
                  <a:srgbClr val="25C4A8"/>
                </a:solidFill>
                <a:latin typeface="Arial"/>
                <a:ea typeface="Arial"/>
                <a:cs typeface="Arial"/>
              </a:defRPr>
            </a:lvl3pPr>
            <a:lvl4pPr algn="l">
              <a:defRPr sz="1125" b="1">
                <a:solidFill>
                  <a:srgbClr val="25C4A8"/>
                </a:solidFill>
                <a:latin typeface="Arial"/>
                <a:ea typeface="Arial"/>
                <a:cs typeface="Arial"/>
              </a:defRPr>
            </a:lvl4pPr>
            <a:lvl5pPr algn="l">
              <a:defRPr sz="1125" b="1">
                <a:solidFill>
                  <a:srgbClr val="25C4A8"/>
                </a:solidFill>
                <a:latin typeface="Arial"/>
                <a:ea typeface="Arial"/>
                <a:cs typeface="Arial"/>
              </a:defRPr>
            </a:lvl5pPr>
            <a:lvl6pPr algn="l">
              <a:defRPr sz="1125" b="1">
                <a:solidFill>
                  <a:srgbClr val="25C4A8"/>
                </a:solidFill>
                <a:latin typeface="Arial"/>
                <a:ea typeface="Arial"/>
                <a:cs typeface="Arial"/>
              </a:defRPr>
            </a:lvl6pPr>
            <a:lvl7pPr algn="l">
              <a:defRPr sz="1125" b="1">
                <a:solidFill>
                  <a:srgbClr val="25C4A8"/>
                </a:solidFill>
                <a:latin typeface="Arial"/>
                <a:ea typeface="Arial"/>
                <a:cs typeface="Arial"/>
              </a:defRPr>
            </a:lvl7pPr>
            <a:lvl8pPr algn="l">
              <a:defRPr sz="1125" b="1">
                <a:solidFill>
                  <a:srgbClr val="25C4A8"/>
                </a:solidFill>
                <a:latin typeface="Arial"/>
                <a:ea typeface="Arial"/>
                <a:cs typeface="Arial"/>
              </a:defRPr>
            </a:lvl8pPr>
            <a:lvl9pPr algn="l">
              <a:defRPr sz="1125" b="1">
                <a:solidFill>
                  <a:srgbClr val="25C4A8"/>
                </a:solidFill>
                <a:latin typeface="Arial"/>
                <a:ea typeface="Arial"/>
                <a:cs typeface="Arial"/>
              </a:defRPr>
            </a:lvl9pPr>
          </a:lstStyle>
          <a:p xmlns:a="http://schemas.openxmlformats.org/drawingml/2006/main">
            <a:pPr algn="l">
              <a:defRPr sz="1125" b="1">
                <a:solidFill>
                  <a:srgbClr val="25C4A8"/>
                </a:solidFill>
                <a:latin typeface="Arial"/>
                <a:ea typeface="Arial"/>
                <a:cs typeface="Arial"/>
              </a:defRPr>
            </a:pPr>
            <a:r>
              <a:rPr sz="1125" b="1">
                <a:solidFill>
                  <a:srgbClr val="25C4A8"/>
                </a:solidFill>
                <a:latin typeface="Arial"/>
                <a:ea typeface="Arial"/>
                <a:cs typeface="Arial"/>
              </a:rPr>
              <a:t>CUSTODY EVENT HASH</a:t>
            </a:r>
          </a:p>
        </p:txBody>
      </p:sp>
      <p:sp>
        <p:nvSpPr>
          <p:cNvPr id="14" name="">
            <a:extLst xmlns:a="http://schemas.openxmlformats.org/drawingml/2006/main">
              <a:ext uri="{FF2B5EF4-FFF2-40B4-BE49-F238E27FC236}">
                <a16:creationId xmlns:a16="http://schemas.microsoft.com/office/drawing/2014/main" id="{688D5BFD-7DB2-4F16-9499-1C4C104EE3A2}"/>
              </a:ext>
            </a:extLst>
          </p:cNvPr>
          <p:cNvSpPr>
            <a:spLocks xmlns:a="http://schemas.openxmlformats.org/drawingml/2006/main" noGrp="1"/>
          </p:cNvSpPr>
          <p:nvPr/>
        </p:nvSpPr>
        <p:spPr>
          <a:xfrm xmlns:a="http://schemas.openxmlformats.org/drawingml/2006/main">
            <a:off x="800100" y="4400550"/>
            <a:ext cx="25241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Event + previous hash</a:t>
            </a:r>
          </a:p>
        </p:txBody>
      </p:sp>
      <p:sp>
        <p:nvSpPr>
          <p:cNvPr id="15" name="">
            <a:extLst xmlns:a="http://schemas.openxmlformats.org/drawingml/2006/main">
              <a:ext uri="{FF2B5EF4-FFF2-40B4-BE49-F238E27FC236}">
                <a16:creationId xmlns:a16="http://schemas.microsoft.com/office/drawing/2014/main" id="{DE7F72CB-24B7-4EEB-A607-D2AF80928027}"/>
              </a:ext>
            </a:extLst>
          </p:cNvPr>
          <p:cNvSpPr>
            <a:spLocks xmlns:a="http://schemas.openxmlformats.org/drawingml/2006/main" noGrp="1"/>
          </p:cNvSpPr>
          <p:nvPr/>
        </p:nvSpPr>
        <p:spPr>
          <a:xfrm xmlns:a="http://schemas.openxmlformats.org/drawingml/2006/main">
            <a:off x="800100" y="5019675"/>
            <a:ext cx="24288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AABABB"/>
                </a:solidFill>
                <a:latin typeface="Arial"/>
                <a:ea typeface="Arial"/>
                <a:cs typeface="Arial"/>
              </a:defRPr>
            </a:defPPr>
            <a:lvl1pPr algn="l">
              <a:defRPr sz="1200" b="0">
                <a:solidFill>
                  <a:srgbClr val="AABABB"/>
                </a:solidFill>
                <a:latin typeface="Arial"/>
                <a:ea typeface="Arial"/>
                <a:cs typeface="Arial"/>
              </a:defRPr>
            </a:lvl1pPr>
            <a:lvl2pPr algn="l">
              <a:defRPr sz="1200" b="0">
                <a:solidFill>
                  <a:srgbClr val="AABABB"/>
                </a:solidFill>
                <a:latin typeface="Arial"/>
                <a:ea typeface="Arial"/>
                <a:cs typeface="Arial"/>
              </a:defRPr>
            </a:lvl2pPr>
            <a:lvl3pPr algn="l">
              <a:defRPr sz="1200" b="0">
                <a:solidFill>
                  <a:srgbClr val="AABABB"/>
                </a:solidFill>
                <a:latin typeface="Arial"/>
                <a:ea typeface="Arial"/>
                <a:cs typeface="Arial"/>
              </a:defRPr>
            </a:lvl3pPr>
            <a:lvl4pPr algn="l">
              <a:defRPr sz="1200" b="0">
                <a:solidFill>
                  <a:srgbClr val="AABABB"/>
                </a:solidFill>
                <a:latin typeface="Arial"/>
                <a:ea typeface="Arial"/>
                <a:cs typeface="Arial"/>
              </a:defRPr>
            </a:lvl4pPr>
            <a:lvl5pPr algn="l">
              <a:defRPr sz="1200" b="0">
                <a:solidFill>
                  <a:srgbClr val="AABABB"/>
                </a:solidFill>
                <a:latin typeface="Arial"/>
                <a:ea typeface="Arial"/>
                <a:cs typeface="Arial"/>
              </a:defRPr>
            </a:lvl5pPr>
            <a:lvl6pPr algn="l">
              <a:defRPr sz="1200" b="0">
                <a:solidFill>
                  <a:srgbClr val="AABABB"/>
                </a:solidFill>
                <a:latin typeface="Arial"/>
                <a:ea typeface="Arial"/>
                <a:cs typeface="Arial"/>
              </a:defRPr>
            </a:lvl6pPr>
            <a:lvl7pPr algn="l">
              <a:defRPr sz="1200" b="0">
                <a:solidFill>
                  <a:srgbClr val="AABABB"/>
                </a:solidFill>
                <a:latin typeface="Arial"/>
                <a:ea typeface="Arial"/>
                <a:cs typeface="Arial"/>
              </a:defRPr>
            </a:lvl7pPr>
            <a:lvl8pPr algn="l">
              <a:defRPr sz="1200" b="0">
                <a:solidFill>
                  <a:srgbClr val="AABABB"/>
                </a:solidFill>
                <a:latin typeface="Arial"/>
                <a:ea typeface="Arial"/>
                <a:cs typeface="Arial"/>
              </a:defRPr>
            </a:lvl8pPr>
            <a:lvl9pPr algn="l">
              <a:defRPr sz="1200" b="0">
                <a:solidFill>
                  <a:srgbClr val="AABABB"/>
                </a:solidFill>
                <a:latin typeface="Arial"/>
                <a:ea typeface="Arial"/>
                <a:cs typeface="Arial"/>
              </a:defRPr>
            </a:lvl9pPr>
          </a:lstStyle>
          <a:p xmlns:a="http://schemas.openxmlformats.org/drawingml/2006/main">
            <a:pPr algn="l">
              <a:defRPr sz="1200" b="0">
                <a:solidFill>
                  <a:srgbClr val="AABABB"/>
                </a:solidFill>
                <a:latin typeface="Arial"/>
                <a:ea typeface="Arial"/>
                <a:cs typeface="Arial"/>
              </a:defRPr>
            </a:pPr>
            <a:r>
              <a:rPr sz="1200" b="0">
                <a:solidFill>
                  <a:srgbClr val="AABABB"/>
                </a:solidFill>
                <a:latin typeface="Arial"/>
                <a:ea typeface="Arial"/>
                <a:cs typeface="Arial"/>
              </a:rPr>
              <a:t>Action, actor, time, evidence digest</a:t>
            </a:r>
          </a:p>
        </p:txBody>
      </p:sp>
      <p:sp>
        <p:nvSpPr>
          <p:cNvPr id="16" name="">
            <a:extLst xmlns:a="http://schemas.openxmlformats.org/drawingml/2006/main">
              <a:ext uri="{FF2B5EF4-FFF2-40B4-BE49-F238E27FC236}">
                <a16:creationId xmlns:a16="http://schemas.microsoft.com/office/drawing/2014/main" id="{D1D6CE1F-F1FF-431E-92CE-52DA2838B48A}"/>
              </a:ext>
            </a:extLst>
          </p:cNvPr>
          <p:cNvSpPr>
            <a:spLocks xmlns:a="http://schemas.openxmlformats.org/drawingml/2006/main" noGrp="1"/>
          </p:cNvSpPr>
          <p:nvPr/>
        </p:nvSpPr>
        <p:spPr>
          <a:xfrm xmlns:a="http://schemas.openxmlformats.org/drawingml/2006/main">
            <a:off x="3409950" y="4629150"/>
            <a:ext cx="523875" cy="28575"/>
          </a:xfrm>
          <a:prstGeom xmlns:a="http://schemas.openxmlformats.org/drawingml/2006/main" prst="rect">
            <a:avLst/>
          </a:prstGeom>
          <a:solidFill xmlns:a="http://schemas.openxmlformats.org/drawingml/2006/main">
            <a:srgbClr val="47616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6A37831-1FEE-4D21-A553-92C0FEAA6E9A}"/>
              </a:ext>
            </a:extLst>
          </p:cNvPr>
          <p:cNvSpPr>
            <a:spLocks xmlns:a="http://schemas.openxmlformats.org/drawingml/2006/main" noGrp="1"/>
          </p:cNvSpPr>
          <p:nvPr/>
        </p:nvSpPr>
        <p:spPr>
          <a:xfrm xmlns:a="http://schemas.openxmlformats.org/drawingml/2006/main">
            <a:off x="4010025" y="4352925"/>
            <a:ext cx="1571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SHA-256</a:t>
            </a:r>
          </a:p>
        </p:txBody>
      </p:sp>
      <p:sp>
        <p:nvSpPr>
          <p:cNvPr id="18" name="">
            <a:extLst xmlns:a="http://schemas.openxmlformats.org/drawingml/2006/main">
              <a:ext uri="{FF2B5EF4-FFF2-40B4-BE49-F238E27FC236}">
                <a16:creationId xmlns:a16="http://schemas.microsoft.com/office/drawing/2014/main" id="{ADCF1C64-7A48-4B8D-8407-208D10B69E9A}"/>
              </a:ext>
            </a:extLst>
          </p:cNvPr>
          <p:cNvSpPr>
            <a:spLocks xmlns:a="http://schemas.openxmlformats.org/drawingml/2006/main" noGrp="1"/>
          </p:cNvSpPr>
          <p:nvPr/>
        </p:nvSpPr>
        <p:spPr>
          <a:xfrm xmlns:a="http://schemas.openxmlformats.org/drawingml/2006/main">
            <a:off x="5715000" y="4629150"/>
            <a:ext cx="762000" cy="28575"/>
          </a:xfrm>
          <a:prstGeom xmlns:a="http://schemas.openxmlformats.org/drawingml/2006/main" prst="rect">
            <a:avLst/>
          </a:prstGeom>
          <a:solidFill xmlns:a="http://schemas.openxmlformats.org/drawingml/2006/main">
            <a:srgbClr val="47616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55520E8-BF6B-465B-8BD1-AE8E1595DEC1}"/>
              </a:ext>
            </a:extLst>
          </p:cNvPr>
          <p:cNvSpPr>
            <a:spLocks xmlns:a="http://schemas.openxmlformats.org/drawingml/2006/main" noGrp="1"/>
          </p:cNvSpPr>
          <p:nvPr/>
        </p:nvSpPr>
        <p:spPr>
          <a:xfrm xmlns:a="http://schemas.openxmlformats.org/drawingml/2006/main">
            <a:off x="6657975" y="4171950"/>
            <a:ext cx="4095750" cy="1028700"/>
          </a:xfrm>
          <a:prstGeom xmlns:a="http://schemas.openxmlformats.org/drawingml/2006/main" prst="roundRect">
            <a:avLst>
              <a:gd name="adj" fmla="val 4630"/>
            </a:avLst>
          </a:prstGeom>
          <a:solidFill xmlns:a="http://schemas.openxmlformats.org/drawingml/2006/main">
            <a:srgbClr val="20394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56BEEE3-5619-4A79-89E7-4A969EE05538}"/>
              </a:ext>
            </a:extLst>
          </p:cNvPr>
          <p:cNvSpPr>
            <a:spLocks xmlns:a="http://schemas.openxmlformats.org/drawingml/2006/main" noGrp="1"/>
          </p:cNvSpPr>
          <p:nvPr/>
        </p:nvSpPr>
        <p:spPr>
          <a:xfrm xmlns:a="http://schemas.openxmlformats.org/drawingml/2006/main">
            <a:off x="6896100" y="4352925"/>
            <a:ext cx="3476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D8F06B"/>
                </a:solidFill>
                <a:latin typeface="Arial"/>
                <a:ea typeface="Arial"/>
                <a:cs typeface="Arial"/>
              </a:defRPr>
            </a:defPPr>
            <a:lvl1pPr algn="l">
              <a:defRPr sz="1800" b="1">
                <a:solidFill>
                  <a:srgbClr val="D8F06B"/>
                </a:solidFill>
                <a:latin typeface="Arial"/>
                <a:ea typeface="Arial"/>
                <a:cs typeface="Arial"/>
              </a:defRPr>
            </a:lvl1pPr>
            <a:lvl2pPr algn="l">
              <a:defRPr sz="1800" b="1">
                <a:solidFill>
                  <a:srgbClr val="D8F06B"/>
                </a:solidFill>
                <a:latin typeface="Arial"/>
                <a:ea typeface="Arial"/>
                <a:cs typeface="Arial"/>
              </a:defRPr>
            </a:lvl2pPr>
            <a:lvl3pPr algn="l">
              <a:defRPr sz="1800" b="1">
                <a:solidFill>
                  <a:srgbClr val="D8F06B"/>
                </a:solidFill>
                <a:latin typeface="Arial"/>
                <a:ea typeface="Arial"/>
                <a:cs typeface="Arial"/>
              </a:defRPr>
            </a:lvl3pPr>
            <a:lvl4pPr algn="l">
              <a:defRPr sz="1800" b="1">
                <a:solidFill>
                  <a:srgbClr val="D8F06B"/>
                </a:solidFill>
                <a:latin typeface="Arial"/>
                <a:ea typeface="Arial"/>
                <a:cs typeface="Arial"/>
              </a:defRPr>
            </a:lvl4pPr>
            <a:lvl5pPr algn="l">
              <a:defRPr sz="1800" b="1">
                <a:solidFill>
                  <a:srgbClr val="D8F06B"/>
                </a:solidFill>
                <a:latin typeface="Arial"/>
                <a:ea typeface="Arial"/>
                <a:cs typeface="Arial"/>
              </a:defRPr>
            </a:lvl5pPr>
            <a:lvl6pPr algn="l">
              <a:defRPr sz="1800" b="1">
                <a:solidFill>
                  <a:srgbClr val="D8F06B"/>
                </a:solidFill>
                <a:latin typeface="Arial"/>
                <a:ea typeface="Arial"/>
                <a:cs typeface="Arial"/>
              </a:defRPr>
            </a:lvl6pPr>
            <a:lvl7pPr algn="l">
              <a:defRPr sz="1800" b="1">
                <a:solidFill>
                  <a:srgbClr val="D8F06B"/>
                </a:solidFill>
                <a:latin typeface="Arial"/>
                <a:ea typeface="Arial"/>
                <a:cs typeface="Arial"/>
              </a:defRPr>
            </a:lvl7pPr>
            <a:lvl8pPr algn="l">
              <a:defRPr sz="1800" b="1">
                <a:solidFill>
                  <a:srgbClr val="D8F06B"/>
                </a:solidFill>
                <a:latin typeface="Arial"/>
                <a:ea typeface="Arial"/>
                <a:cs typeface="Arial"/>
              </a:defRPr>
            </a:lvl8pPr>
            <a:lvl9pPr algn="l">
              <a:defRPr sz="1800" b="1">
                <a:solidFill>
                  <a:srgbClr val="D8F06B"/>
                </a:solidFill>
                <a:latin typeface="Arial"/>
                <a:ea typeface="Arial"/>
                <a:cs typeface="Arial"/>
              </a:defRPr>
            </a:lvl9pPr>
          </a:lstStyle>
          <a:p xmlns:a="http://schemas.openxmlformats.org/drawingml/2006/main">
            <a:pPr algn="l">
              <a:defRPr sz="1800" b="1">
                <a:solidFill>
                  <a:srgbClr val="D8F06B"/>
                </a:solidFill>
                <a:latin typeface="Arial"/>
                <a:ea typeface="Arial"/>
                <a:cs typeface="Arial"/>
              </a:defRPr>
            </a:pPr>
            <a:r>
              <a:rPr sz="1800" b="1">
                <a:solidFill>
                  <a:srgbClr val="D8F06B"/>
                </a:solidFill>
                <a:latin typeface="Arial"/>
                <a:ea typeface="Arial"/>
                <a:cs typeface="Arial"/>
              </a:rPr>
              <a:t>Next event hash</a:t>
            </a:r>
          </a:p>
        </p:txBody>
      </p:sp>
      <p:sp>
        <p:nvSpPr>
          <p:cNvPr id="21" name="">
            <a:extLst xmlns:a="http://schemas.openxmlformats.org/drawingml/2006/main">
              <a:ext uri="{FF2B5EF4-FFF2-40B4-BE49-F238E27FC236}">
                <a16:creationId xmlns:a16="http://schemas.microsoft.com/office/drawing/2014/main" id="{1F313E88-4B5B-48EE-BC9C-F72197481B0C}"/>
              </a:ext>
            </a:extLst>
          </p:cNvPr>
          <p:cNvSpPr>
            <a:spLocks xmlns:a="http://schemas.openxmlformats.org/drawingml/2006/main" noGrp="1"/>
          </p:cNvSpPr>
          <p:nvPr/>
        </p:nvSpPr>
        <p:spPr>
          <a:xfrm xmlns:a="http://schemas.openxmlformats.org/drawingml/2006/main">
            <a:off x="6896100" y="4752975"/>
            <a:ext cx="3476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C1CCCC"/>
                </a:solidFill>
                <a:latin typeface="Arial"/>
                <a:ea typeface="Arial"/>
                <a:cs typeface="Arial"/>
              </a:defRPr>
            </a:defPPr>
            <a:lvl1pPr algn="l">
              <a:defRPr sz="1200" b="0">
                <a:solidFill>
                  <a:srgbClr val="C1CCCC"/>
                </a:solidFill>
                <a:latin typeface="Arial"/>
                <a:ea typeface="Arial"/>
                <a:cs typeface="Arial"/>
              </a:defRPr>
            </a:lvl1pPr>
            <a:lvl2pPr algn="l">
              <a:defRPr sz="1200" b="0">
                <a:solidFill>
                  <a:srgbClr val="C1CCCC"/>
                </a:solidFill>
                <a:latin typeface="Arial"/>
                <a:ea typeface="Arial"/>
                <a:cs typeface="Arial"/>
              </a:defRPr>
            </a:lvl2pPr>
            <a:lvl3pPr algn="l">
              <a:defRPr sz="1200" b="0">
                <a:solidFill>
                  <a:srgbClr val="C1CCCC"/>
                </a:solidFill>
                <a:latin typeface="Arial"/>
                <a:ea typeface="Arial"/>
                <a:cs typeface="Arial"/>
              </a:defRPr>
            </a:lvl3pPr>
            <a:lvl4pPr algn="l">
              <a:defRPr sz="1200" b="0">
                <a:solidFill>
                  <a:srgbClr val="C1CCCC"/>
                </a:solidFill>
                <a:latin typeface="Arial"/>
                <a:ea typeface="Arial"/>
                <a:cs typeface="Arial"/>
              </a:defRPr>
            </a:lvl4pPr>
            <a:lvl5pPr algn="l">
              <a:defRPr sz="1200" b="0">
                <a:solidFill>
                  <a:srgbClr val="C1CCCC"/>
                </a:solidFill>
                <a:latin typeface="Arial"/>
                <a:ea typeface="Arial"/>
                <a:cs typeface="Arial"/>
              </a:defRPr>
            </a:lvl5pPr>
            <a:lvl6pPr algn="l">
              <a:defRPr sz="1200" b="0">
                <a:solidFill>
                  <a:srgbClr val="C1CCCC"/>
                </a:solidFill>
                <a:latin typeface="Arial"/>
                <a:ea typeface="Arial"/>
                <a:cs typeface="Arial"/>
              </a:defRPr>
            </a:lvl6pPr>
            <a:lvl7pPr algn="l">
              <a:defRPr sz="1200" b="0">
                <a:solidFill>
                  <a:srgbClr val="C1CCCC"/>
                </a:solidFill>
                <a:latin typeface="Arial"/>
                <a:ea typeface="Arial"/>
                <a:cs typeface="Arial"/>
              </a:defRPr>
            </a:lvl7pPr>
            <a:lvl8pPr algn="l">
              <a:defRPr sz="1200" b="0">
                <a:solidFill>
                  <a:srgbClr val="C1CCCC"/>
                </a:solidFill>
                <a:latin typeface="Arial"/>
                <a:ea typeface="Arial"/>
                <a:cs typeface="Arial"/>
              </a:defRPr>
            </a:lvl8pPr>
            <a:lvl9pPr algn="l">
              <a:defRPr sz="1200" b="0">
                <a:solidFill>
                  <a:srgbClr val="C1CCCC"/>
                </a:solidFill>
                <a:latin typeface="Arial"/>
                <a:ea typeface="Arial"/>
                <a:cs typeface="Arial"/>
              </a:defRPr>
            </a:lvl9pPr>
          </a:lstStyle>
          <a:p xmlns:a="http://schemas.openxmlformats.org/drawingml/2006/main">
            <a:pPr algn="l">
              <a:defRPr sz="1200" b="0">
                <a:solidFill>
                  <a:srgbClr val="C1CCCC"/>
                </a:solidFill>
                <a:latin typeface="Arial"/>
                <a:ea typeface="Arial"/>
                <a:cs typeface="Arial"/>
              </a:defRPr>
            </a:pPr>
            <a:r>
              <a:rPr sz="1200" b="0">
                <a:solidFill>
                  <a:srgbClr val="C1CCCC"/>
                </a:solidFill>
                <a:latin typeface="Arial"/>
                <a:ea typeface="Arial"/>
                <a:cs typeface="Arial"/>
              </a:rPr>
              <a:t>Changing an earlier link breaks the sequence</a:t>
            </a:r>
          </a:p>
        </p:txBody>
      </p:sp>
      <p:sp>
        <p:nvSpPr>
          <p:cNvPr id="22" name="">
            <a:extLst xmlns:a="http://schemas.openxmlformats.org/drawingml/2006/main">
              <a:ext uri="{FF2B5EF4-FFF2-40B4-BE49-F238E27FC236}">
                <a16:creationId xmlns:a16="http://schemas.microsoft.com/office/drawing/2014/main" id="{0A8E6E05-EDA2-4C88-815E-7AC355FE56CF}"/>
              </a:ext>
            </a:extLst>
          </p:cNvPr>
          <p:cNvSpPr>
            <a:spLocks xmlns:a="http://schemas.openxmlformats.org/drawingml/2006/main" noGrp="1"/>
          </p:cNvSpPr>
          <p:nvPr/>
        </p:nvSpPr>
        <p:spPr>
          <a:xfrm xmlns:a="http://schemas.openxmlformats.org/drawingml/2006/main">
            <a:off x="800100" y="5619750"/>
            <a:ext cx="1000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E0E8E7"/>
                </a:solidFill>
                <a:latin typeface="Arial"/>
                <a:ea typeface="Arial"/>
                <a:cs typeface="Arial"/>
              </a:defRPr>
            </a:defPPr>
            <a:lvl1pPr algn="l">
              <a:defRPr sz="1275" b="0">
                <a:solidFill>
                  <a:srgbClr val="E0E8E7"/>
                </a:solidFill>
                <a:latin typeface="Arial"/>
                <a:ea typeface="Arial"/>
                <a:cs typeface="Arial"/>
              </a:defRPr>
            </a:lvl1pPr>
            <a:lvl2pPr algn="l">
              <a:defRPr sz="1275" b="0">
                <a:solidFill>
                  <a:srgbClr val="E0E8E7"/>
                </a:solidFill>
                <a:latin typeface="Arial"/>
                <a:ea typeface="Arial"/>
                <a:cs typeface="Arial"/>
              </a:defRPr>
            </a:lvl2pPr>
            <a:lvl3pPr algn="l">
              <a:defRPr sz="1275" b="0">
                <a:solidFill>
                  <a:srgbClr val="E0E8E7"/>
                </a:solidFill>
                <a:latin typeface="Arial"/>
                <a:ea typeface="Arial"/>
                <a:cs typeface="Arial"/>
              </a:defRPr>
            </a:lvl3pPr>
            <a:lvl4pPr algn="l">
              <a:defRPr sz="1275" b="0">
                <a:solidFill>
                  <a:srgbClr val="E0E8E7"/>
                </a:solidFill>
                <a:latin typeface="Arial"/>
                <a:ea typeface="Arial"/>
                <a:cs typeface="Arial"/>
              </a:defRPr>
            </a:lvl4pPr>
            <a:lvl5pPr algn="l">
              <a:defRPr sz="1275" b="0">
                <a:solidFill>
                  <a:srgbClr val="E0E8E7"/>
                </a:solidFill>
                <a:latin typeface="Arial"/>
                <a:ea typeface="Arial"/>
                <a:cs typeface="Arial"/>
              </a:defRPr>
            </a:lvl5pPr>
            <a:lvl6pPr algn="l">
              <a:defRPr sz="1275" b="0">
                <a:solidFill>
                  <a:srgbClr val="E0E8E7"/>
                </a:solidFill>
                <a:latin typeface="Arial"/>
                <a:ea typeface="Arial"/>
                <a:cs typeface="Arial"/>
              </a:defRPr>
            </a:lvl6pPr>
            <a:lvl7pPr algn="l">
              <a:defRPr sz="1275" b="0">
                <a:solidFill>
                  <a:srgbClr val="E0E8E7"/>
                </a:solidFill>
                <a:latin typeface="Arial"/>
                <a:ea typeface="Arial"/>
                <a:cs typeface="Arial"/>
              </a:defRPr>
            </a:lvl7pPr>
            <a:lvl8pPr algn="l">
              <a:defRPr sz="1275" b="0">
                <a:solidFill>
                  <a:srgbClr val="E0E8E7"/>
                </a:solidFill>
                <a:latin typeface="Arial"/>
                <a:ea typeface="Arial"/>
                <a:cs typeface="Arial"/>
              </a:defRPr>
            </a:lvl8pPr>
            <a:lvl9pPr algn="l">
              <a:defRPr sz="1275" b="0">
                <a:solidFill>
                  <a:srgbClr val="E0E8E7"/>
                </a:solidFill>
                <a:latin typeface="Arial"/>
                <a:ea typeface="Arial"/>
                <a:cs typeface="Arial"/>
              </a:defRPr>
            </a:lvl9pPr>
          </a:lstStyle>
          <a:p xmlns:a="http://schemas.openxmlformats.org/drawingml/2006/main">
            <a:pPr algn="l">
              <a:defRPr sz="1275" b="0">
                <a:solidFill>
                  <a:srgbClr val="E0E8E7"/>
                </a:solidFill>
                <a:latin typeface="Arial"/>
                <a:ea typeface="Arial"/>
                <a:cs typeface="Arial"/>
              </a:defRPr>
            </a:pPr>
            <a:r>
              <a:rPr sz="1275" b="0">
                <a:solidFill>
                  <a:srgbClr val="E0E8E7"/>
                </a:solidFill>
                <a:latin typeface="Arial"/>
                <a:ea typeface="Arial"/>
                <a:cs typeface="Arial"/>
              </a:rPr>
              <a:t>A matching hash compares bytes. It does not prove who collected them or whether the process was lawful.</a:t>
            </a:r>
          </a:p>
        </p:txBody>
      </p:sp>
      <p:sp>
        <p:nvSpPr>
          <p:cNvPr id="23" name="">
            <a:extLst xmlns:a="http://schemas.openxmlformats.org/drawingml/2006/main">
              <a:ext uri="{FF2B5EF4-FFF2-40B4-BE49-F238E27FC236}">
                <a16:creationId xmlns:a16="http://schemas.microsoft.com/office/drawing/2014/main" id="{24667967-4A28-4255-86BE-49747B605DE3}"/>
              </a:ext>
            </a:extLst>
          </p:cNvPr>
          <p:cNvSpPr>
            <a:spLocks xmlns:a="http://schemas.openxmlformats.org/drawingml/2006/main" noGrp="1"/>
          </p:cNvSpPr>
          <p:nvPr/>
        </p:nvSpPr>
        <p:spPr>
          <a:xfrm xmlns:a="http://schemas.openxmlformats.org/drawingml/2006/main">
            <a:off x="762000" y="6496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91A1A6"/>
                </a:solidFill>
                <a:latin typeface="Arial"/>
                <a:ea typeface="Arial"/>
                <a:cs typeface="Arial"/>
              </a:defRPr>
            </a:defPPr>
            <a:lvl1pPr algn="l">
              <a:defRPr sz="900" b="1">
                <a:solidFill>
                  <a:srgbClr val="91A1A6"/>
                </a:solidFill>
                <a:latin typeface="Arial"/>
                <a:ea typeface="Arial"/>
                <a:cs typeface="Arial"/>
              </a:defRPr>
            </a:lvl1pPr>
            <a:lvl2pPr algn="l">
              <a:defRPr sz="900" b="1">
                <a:solidFill>
                  <a:srgbClr val="91A1A6"/>
                </a:solidFill>
                <a:latin typeface="Arial"/>
                <a:ea typeface="Arial"/>
                <a:cs typeface="Arial"/>
              </a:defRPr>
            </a:lvl2pPr>
            <a:lvl3pPr algn="l">
              <a:defRPr sz="900" b="1">
                <a:solidFill>
                  <a:srgbClr val="91A1A6"/>
                </a:solidFill>
                <a:latin typeface="Arial"/>
                <a:ea typeface="Arial"/>
                <a:cs typeface="Arial"/>
              </a:defRPr>
            </a:lvl3pPr>
            <a:lvl4pPr algn="l">
              <a:defRPr sz="900" b="1">
                <a:solidFill>
                  <a:srgbClr val="91A1A6"/>
                </a:solidFill>
                <a:latin typeface="Arial"/>
                <a:ea typeface="Arial"/>
                <a:cs typeface="Arial"/>
              </a:defRPr>
            </a:lvl4pPr>
            <a:lvl5pPr algn="l">
              <a:defRPr sz="900" b="1">
                <a:solidFill>
                  <a:srgbClr val="91A1A6"/>
                </a:solidFill>
                <a:latin typeface="Arial"/>
                <a:ea typeface="Arial"/>
                <a:cs typeface="Arial"/>
              </a:defRPr>
            </a:lvl5pPr>
            <a:lvl6pPr algn="l">
              <a:defRPr sz="900" b="1">
                <a:solidFill>
                  <a:srgbClr val="91A1A6"/>
                </a:solidFill>
                <a:latin typeface="Arial"/>
                <a:ea typeface="Arial"/>
                <a:cs typeface="Arial"/>
              </a:defRPr>
            </a:lvl6pPr>
            <a:lvl7pPr algn="l">
              <a:defRPr sz="900" b="1">
                <a:solidFill>
                  <a:srgbClr val="91A1A6"/>
                </a:solidFill>
                <a:latin typeface="Arial"/>
                <a:ea typeface="Arial"/>
                <a:cs typeface="Arial"/>
              </a:defRPr>
            </a:lvl7pPr>
            <a:lvl8pPr algn="l">
              <a:defRPr sz="900" b="1">
                <a:solidFill>
                  <a:srgbClr val="91A1A6"/>
                </a:solidFill>
                <a:latin typeface="Arial"/>
                <a:ea typeface="Arial"/>
                <a:cs typeface="Arial"/>
              </a:defRPr>
            </a:lvl8pPr>
            <a:lvl9pPr algn="l">
              <a:defRPr sz="900" b="1">
                <a:solidFill>
                  <a:srgbClr val="91A1A6"/>
                </a:solidFill>
                <a:latin typeface="Arial"/>
                <a:ea typeface="Arial"/>
                <a:cs typeface="Arial"/>
              </a:defRPr>
            </a:lvl9pPr>
          </a:lstStyle>
          <a:p xmlns:a="http://schemas.openxmlformats.org/drawingml/2006/main">
            <a:pPr algn="l">
              <a:defRPr sz="900" b="1">
                <a:solidFill>
                  <a:srgbClr val="91A1A6"/>
                </a:solidFill>
                <a:latin typeface="Arial"/>
                <a:ea typeface="Arial"/>
                <a:cs typeface="Arial"/>
              </a:defRPr>
            </a:pPr>
            <a:r>
              <a:rPr sz="900" b="1">
                <a:solidFill>
                  <a:srgbClr val="91A1A6"/>
                </a:solidFill>
                <a:latin typeface="Arial"/>
                <a:ea typeface="Arial"/>
                <a:cs typeface="Arial"/>
              </a:rPr>
              <a:t>PROOFCASE  /  DIGITAL EVIDENCE VAULT</a:t>
            </a:r>
          </a:p>
        </p:txBody>
      </p:sp>
      <p:sp>
        <p:nvSpPr>
          <p:cNvPr id="24" name="">
            <a:extLst xmlns:a="http://schemas.openxmlformats.org/drawingml/2006/main">
              <a:ext uri="{FF2B5EF4-FFF2-40B4-BE49-F238E27FC236}">
                <a16:creationId xmlns:a16="http://schemas.microsoft.com/office/drawing/2014/main" id="{9178046F-24EE-4D1A-9CA0-9484002BE3EE}"/>
              </a:ext>
            </a:extLst>
          </p:cNvPr>
          <p:cNvSpPr>
            <a:spLocks xmlns:a="http://schemas.openxmlformats.org/drawingml/2006/main" noGrp="1"/>
          </p:cNvSpPr>
          <p:nvPr/>
        </p:nvSpPr>
        <p:spPr>
          <a:xfrm xmlns:a="http://schemas.openxmlformats.org/drawingml/2006/main">
            <a:off x="10668000" y="649605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91A1A6"/>
                </a:solidFill>
                <a:latin typeface="Arial"/>
                <a:ea typeface="Arial"/>
                <a:cs typeface="Arial"/>
              </a:defRPr>
            </a:defPPr>
            <a:lvl1pPr algn="r">
              <a:defRPr sz="900" b="0">
                <a:solidFill>
                  <a:srgbClr val="91A1A6"/>
                </a:solidFill>
                <a:latin typeface="Arial"/>
                <a:ea typeface="Arial"/>
                <a:cs typeface="Arial"/>
              </a:defRPr>
            </a:lvl1pPr>
            <a:lvl2pPr algn="r">
              <a:defRPr sz="900" b="0">
                <a:solidFill>
                  <a:srgbClr val="91A1A6"/>
                </a:solidFill>
                <a:latin typeface="Arial"/>
                <a:ea typeface="Arial"/>
                <a:cs typeface="Arial"/>
              </a:defRPr>
            </a:lvl2pPr>
            <a:lvl3pPr algn="r">
              <a:defRPr sz="900" b="0">
                <a:solidFill>
                  <a:srgbClr val="91A1A6"/>
                </a:solidFill>
                <a:latin typeface="Arial"/>
                <a:ea typeface="Arial"/>
                <a:cs typeface="Arial"/>
              </a:defRPr>
            </a:lvl3pPr>
            <a:lvl4pPr algn="r">
              <a:defRPr sz="900" b="0">
                <a:solidFill>
                  <a:srgbClr val="91A1A6"/>
                </a:solidFill>
                <a:latin typeface="Arial"/>
                <a:ea typeface="Arial"/>
                <a:cs typeface="Arial"/>
              </a:defRPr>
            </a:lvl4pPr>
            <a:lvl5pPr algn="r">
              <a:defRPr sz="900" b="0">
                <a:solidFill>
                  <a:srgbClr val="91A1A6"/>
                </a:solidFill>
                <a:latin typeface="Arial"/>
                <a:ea typeface="Arial"/>
                <a:cs typeface="Arial"/>
              </a:defRPr>
            </a:lvl5pPr>
            <a:lvl6pPr algn="r">
              <a:defRPr sz="900" b="0">
                <a:solidFill>
                  <a:srgbClr val="91A1A6"/>
                </a:solidFill>
                <a:latin typeface="Arial"/>
                <a:ea typeface="Arial"/>
                <a:cs typeface="Arial"/>
              </a:defRPr>
            </a:lvl6pPr>
            <a:lvl7pPr algn="r">
              <a:defRPr sz="900" b="0">
                <a:solidFill>
                  <a:srgbClr val="91A1A6"/>
                </a:solidFill>
                <a:latin typeface="Arial"/>
                <a:ea typeface="Arial"/>
                <a:cs typeface="Arial"/>
              </a:defRPr>
            </a:lvl7pPr>
            <a:lvl8pPr algn="r">
              <a:defRPr sz="900" b="0">
                <a:solidFill>
                  <a:srgbClr val="91A1A6"/>
                </a:solidFill>
                <a:latin typeface="Arial"/>
                <a:ea typeface="Arial"/>
                <a:cs typeface="Arial"/>
              </a:defRPr>
            </a:lvl8pPr>
            <a:lvl9pPr algn="r">
              <a:defRPr sz="900" b="0">
                <a:solidFill>
                  <a:srgbClr val="91A1A6"/>
                </a:solidFill>
                <a:latin typeface="Arial"/>
                <a:ea typeface="Arial"/>
                <a:cs typeface="Arial"/>
              </a:defRPr>
            </a:lvl9pPr>
          </a:lstStyle>
          <a:p xmlns:a="http://schemas.openxmlformats.org/drawingml/2006/main">
            <a:pPr algn="r">
              <a:defRPr sz="900" b="0">
                <a:solidFill>
                  <a:srgbClr val="91A1A6"/>
                </a:solidFill>
                <a:latin typeface="Arial"/>
                <a:ea typeface="Arial"/>
                <a:cs typeface="Arial"/>
              </a:defRPr>
            </a:pPr>
            <a:r>
              <a:rPr sz="900" b="0">
                <a:solidFill>
                  <a:srgbClr val="91A1A6"/>
                </a:solidFill>
                <a:latin typeface="Arial"/>
                <a:ea typeface="Arial"/>
                <a:cs typeface="Arial"/>
              </a:rPr>
              <a:t>05 / 10</a:t>
            </a:r>
          </a:p>
        </p:txBody>
      </p:sp>
    </p:spTree>
    <p:extLst>
      <p:ext uri="{BB962C8B-B14F-4D97-AF65-F5344CB8AC3E}">
        <p14:creationId xmlns:p14="http://schemas.microsoft.com/office/powerpoint/2010/main" val="168215384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1969F7E-3373-4BCB-850B-A5479D6476E6}"/>
              </a:ext>
            </a:extLst>
          </p:cNvPr>
          <p:cNvSpPr>
            <a:spLocks xmlns:a="http://schemas.openxmlformats.org/drawingml/2006/main" noGrp="1"/>
          </p:cNvSpPr>
          <p:nvPr/>
        </p:nvSpPr>
        <p:spPr>
          <a:xfrm xmlns:a="http://schemas.openxmlformats.org/drawingml/2006/main">
            <a:off x="762000" y="638175"/>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01D26"/>
                </a:solidFill>
                <a:latin typeface="Arial"/>
                <a:ea typeface="Arial"/>
                <a:cs typeface="Arial"/>
              </a:defRPr>
            </a:defPPr>
            <a:lvl1pPr algn="l">
              <a:defRPr sz="3225" b="1">
                <a:solidFill>
                  <a:srgbClr val="101D26"/>
                </a:solidFill>
                <a:latin typeface="Arial"/>
                <a:ea typeface="Arial"/>
                <a:cs typeface="Arial"/>
              </a:defRPr>
            </a:lvl1pPr>
            <a:lvl2pPr algn="l">
              <a:defRPr sz="3225" b="1">
                <a:solidFill>
                  <a:srgbClr val="101D26"/>
                </a:solidFill>
                <a:latin typeface="Arial"/>
                <a:ea typeface="Arial"/>
                <a:cs typeface="Arial"/>
              </a:defRPr>
            </a:lvl2pPr>
            <a:lvl3pPr algn="l">
              <a:defRPr sz="3225" b="1">
                <a:solidFill>
                  <a:srgbClr val="101D26"/>
                </a:solidFill>
                <a:latin typeface="Arial"/>
                <a:ea typeface="Arial"/>
                <a:cs typeface="Arial"/>
              </a:defRPr>
            </a:lvl3pPr>
            <a:lvl4pPr algn="l">
              <a:defRPr sz="3225" b="1">
                <a:solidFill>
                  <a:srgbClr val="101D26"/>
                </a:solidFill>
                <a:latin typeface="Arial"/>
                <a:ea typeface="Arial"/>
                <a:cs typeface="Arial"/>
              </a:defRPr>
            </a:lvl4pPr>
            <a:lvl5pPr algn="l">
              <a:defRPr sz="3225" b="1">
                <a:solidFill>
                  <a:srgbClr val="101D26"/>
                </a:solidFill>
                <a:latin typeface="Arial"/>
                <a:ea typeface="Arial"/>
                <a:cs typeface="Arial"/>
              </a:defRPr>
            </a:lvl5pPr>
            <a:lvl6pPr algn="l">
              <a:defRPr sz="3225" b="1">
                <a:solidFill>
                  <a:srgbClr val="101D26"/>
                </a:solidFill>
                <a:latin typeface="Arial"/>
                <a:ea typeface="Arial"/>
                <a:cs typeface="Arial"/>
              </a:defRPr>
            </a:lvl6pPr>
            <a:lvl7pPr algn="l">
              <a:defRPr sz="3225" b="1">
                <a:solidFill>
                  <a:srgbClr val="101D26"/>
                </a:solidFill>
                <a:latin typeface="Arial"/>
                <a:ea typeface="Arial"/>
                <a:cs typeface="Arial"/>
              </a:defRPr>
            </a:lvl7pPr>
            <a:lvl8pPr algn="l">
              <a:defRPr sz="3225" b="1">
                <a:solidFill>
                  <a:srgbClr val="101D26"/>
                </a:solidFill>
                <a:latin typeface="Arial"/>
                <a:ea typeface="Arial"/>
                <a:cs typeface="Arial"/>
              </a:defRPr>
            </a:lvl8pPr>
            <a:lvl9pPr algn="l">
              <a:defRPr sz="3225" b="1">
                <a:solidFill>
                  <a:srgbClr val="101D26"/>
                </a:solidFill>
                <a:latin typeface="Arial"/>
                <a:ea typeface="Arial"/>
                <a:cs typeface="Arial"/>
              </a:defRPr>
            </a:lvl9pPr>
          </a:lstStyle>
          <a:p xmlns:a="http://schemas.openxmlformats.org/drawingml/2006/main">
            <a:pPr algn="l">
              <a:defRPr sz="3225" b="1">
                <a:solidFill>
                  <a:srgbClr val="101D26"/>
                </a:solidFill>
                <a:latin typeface="Arial"/>
                <a:ea typeface="Arial"/>
                <a:cs typeface="Arial"/>
              </a:defRPr>
            </a:pPr>
            <a:r>
              <a:rPr sz="3225" b="1">
                <a:solidFill>
                  <a:srgbClr val="101D26"/>
                </a:solidFill>
                <a:latin typeface="Arial"/>
                <a:ea typeface="Arial"/>
                <a:cs typeface="Arial"/>
              </a:rPr>
              <a:t>Custody events form a linked sequence</a:t>
            </a:r>
          </a:p>
        </p:txBody>
      </p:sp>
      <p:sp>
        <p:nvSpPr>
          <p:cNvPr id="2" name="">
            <a:extLst xmlns:a="http://schemas.openxmlformats.org/drawingml/2006/main">
              <a:ext uri="{FF2B5EF4-FFF2-40B4-BE49-F238E27FC236}">
                <a16:creationId xmlns:a16="http://schemas.microsoft.com/office/drawing/2014/main" id="{FA511B1A-605E-42BA-A333-CA565D30FBD5}"/>
              </a:ext>
            </a:extLst>
          </p:cNvPr>
          <p:cNvSpPr>
            <a:spLocks xmlns:a="http://schemas.openxmlformats.org/drawingml/2006/main" noGrp="1"/>
          </p:cNvSpPr>
          <p:nvPr/>
        </p:nvSpPr>
        <p:spPr>
          <a:xfrm xmlns:a="http://schemas.openxmlformats.org/drawingml/2006/main">
            <a:off x="781050" y="12573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6757D"/>
                </a:solidFill>
                <a:latin typeface="Arial"/>
                <a:ea typeface="Arial"/>
                <a:cs typeface="Arial"/>
              </a:defRPr>
            </a:defPPr>
            <a:lvl1pPr algn="l">
              <a:defRPr sz="1575" b="0">
                <a:solidFill>
                  <a:srgbClr val="66757D"/>
                </a:solidFill>
                <a:latin typeface="Arial"/>
                <a:ea typeface="Arial"/>
                <a:cs typeface="Arial"/>
              </a:defRPr>
            </a:lvl1pPr>
            <a:lvl2pPr algn="l">
              <a:defRPr sz="1575" b="0">
                <a:solidFill>
                  <a:srgbClr val="66757D"/>
                </a:solidFill>
                <a:latin typeface="Arial"/>
                <a:ea typeface="Arial"/>
                <a:cs typeface="Arial"/>
              </a:defRPr>
            </a:lvl2pPr>
            <a:lvl3pPr algn="l">
              <a:defRPr sz="1575" b="0">
                <a:solidFill>
                  <a:srgbClr val="66757D"/>
                </a:solidFill>
                <a:latin typeface="Arial"/>
                <a:ea typeface="Arial"/>
                <a:cs typeface="Arial"/>
              </a:defRPr>
            </a:lvl3pPr>
            <a:lvl4pPr algn="l">
              <a:defRPr sz="1575" b="0">
                <a:solidFill>
                  <a:srgbClr val="66757D"/>
                </a:solidFill>
                <a:latin typeface="Arial"/>
                <a:ea typeface="Arial"/>
                <a:cs typeface="Arial"/>
              </a:defRPr>
            </a:lvl4pPr>
            <a:lvl5pPr algn="l">
              <a:defRPr sz="1575" b="0">
                <a:solidFill>
                  <a:srgbClr val="66757D"/>
                </a:solidFill>
                <a:latin typeface="Arial"/>
                <a:ea typeface="Arial"/>
                <a:cs typeface="Arial"/>
              </a:defRPr>
            </a:lvl5pPr>
            <a:lvl6pPr algn="l">
              <a:defRPr sz="1575" b="0">
                <a:solidFill>
                  <a:srgbClr val="66757D"/>
                </a:solidFill>
                <a:latin typeface="Arial"/>
                <a:ea typeface="Arial"/>
                <a:cs typeface="Arial"/>
              </a:defRPr>
            </a:lvl6pPr>
            <a:lvl7pPr algn="l">
              <a:defRPr sz="1575" b="0">
                <a:solidFill>
                  <a:srgbClr val="66757D"/>
                </a:solidFill>
                <a:latin typeface="Arial"/>
                <a:ea typeface="Arial"/>
                <a:cs typeface="Arial"/>
              </a:defRPr>
            </a:lvl7pPr>
            <a:lvl8pPr algn="l">
              <a:defRPr sz="1575" b="0">
                <a:solidFill>
                  <a:srgbClr val="66757D"/>
                </a:solidFill>
                <a:latin typeface="Arial"/>
                <a:ea typeface="Arial"/>
                <a:cs typeface="Arial"/>
              </a:defRPr>
            </a:lvl8pPr>
            <a:lvl9pPr algn="l">
              <a:defRPr sz="1575" b="0">
                <a:solidFill>
                  <a:srgbClr val="66757D"/>
                </a:solidFill>
                <a:latin typeface="Arial"/>
                <a:ea typeface="Arial"/>
                <a:cs typeface="Arial"/>
              </a:defRPr>
            </a:lvl9pPr>
          </a:lstStyle>
          <a:p xmlns:a="http://schemas.openxmlformats.org/drawingml/2006/main">
            <a:pPr algn="l">
              <a:defRPr sz="1575" b="0">
                <a:solidFill>
                  <a:srgbClr val="66757D"/>
                </a:solidFill>
                <a:latin typeface="Arial"/>
                <a:ea typeface="Arial"/>
                <a:cs typeface="Arial"/>
              </a:defRPr>
            </a:pPr>
            <a:r>
              <a:rPr sz="1575" b="0">
                <a:solidFill>
                  <a:srgbClr val="66757D"/>
                </a:solidFill>
                <a:latin typeface="Arial"/>
                <a:ea typeface="Arial"/>
                <a:cs typeface="Arial"/>
              </a:rPr>
              <a:t>Each new event points back to the previous event hash.</a:t>
            </a:r>
          </a:p>
        </p:txBody>
      </p:sp>
      <p:sp>
        <p:nvSpPr>
          <p:cNvPr id="3" name="custody-event-1">
            <a:extLst xmlns:a="http://schemas.openxmlformats.org/drawingml/2006/main">
              <a:ext uri="{FF2B5EF4-FFF2-40B4-BE49-F238E27FC236}">
                <a16:creationId xmlns:a16="http://schemas.microsoft.com/office/drawing/2014/main" id="{60C27867-93C3-48E8-B663-05CBDA87729C}"/>
              </a:ext>
            </a:extLst>
          </p:cNvPr>
          <p:cNvSpPr>
            <a:spLocks xmlns:a="http://schemas.openxmlformats.org/drawingml/2006/main" noGrp="1"/>
          </p:cNvSpPr>
          <p:nvPr/>
        </p:nvSpPr>
        <p:spPr>
          <a:xfrm xmlns:a="http://schemas.openxmlformats.org/drawingml/2006/main">
            <a:off x="904875" y="2428875"/>
            <a:ext cx="2714625" cy="1571625"/>
          </a:xfrm>
          <a:prstGeom xmlns:a="http://schemas.openxmlformats.org/drawingml/2006/main" prst="roundRect">
            <a:avLst>
              <a:gd name="adj" fmla="val 3030"/>
            </a:avLst>
          </a:prstGeom>
          <a:solidFill xmlns:a="http://schemas.openxmlformats.org/drawingml/2006/main">
            <a:srgbClr val="F5F3EC"/>
          </a:solidFill>
          <a:ln xmlns:a="http://schemas.openxmlformats.org/drawingml/2006/main" w="9525">
            <a:solidFill>
              <a:srgbClr val="D7DCD8"/>
            </a:solidFill>
            <a:prstDash val="solid"/>
          </a:ln>
        </p:spPr>
      </p:sp>
      <p:sp>
        <p:nvSpPr>
          <p:cNvPr id="4" name="">
            <a:extLst xmlns:a="http://schemas.openxmlformats.org/drawingml/2006/main">
              <a:ext uri="{FF2B5EF4-FFF2-40B4-BE49-F238E27FC236}">
                <a16:creationId xmlns:a16="http://schemas.microsoft.com/office/drawing/2014/main" id="{B7CA773B-295D-44E2-B308-DEA86DF71BCB}"/>
              </a:ext>
            </a:extLst>
          </p:cNvPr>
          <p:cNvSpPr>
            <a:spLocks xmlns:a="http://schemas.openxmlformats.org/drawingml/2006/main" noGrp="1"/>
          </p:cNvSpPr>
          <p:nvPr/>
        </p:nvSpPr>
        <p:spPr>
          <a:xfrm xmlns:a="http://schemas.openxmlformats.org/drawingml/2006/main">
            <a:off x="1095375" y="262890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66757D"/>
                </a:solidFill>
                <a:latin typeface="Arial"/>
                <a:ea typeface="Arial"/>
                <a:cs typeface="Arial"/>
              </a:defRPr>
            </a:defPPr>
            <a:lvl1pPr algn="l">
              <a:defRPr sz="1125" b="1">
                <a:solidFill>
                  <a:srgbClr val="66757D"/>
                </a:solidFill>
                <a:latin typeface="Arial"/>
                <a:ea typeface="Arial"/>
                <a:cs typeface="Arial"/>
              </a:defRPr>
            </a:lvl1pPr>
            <a:lvl2pPr algn="l">
              <a:defRPr sz="1125" b="1">
                <a:solidFill>
                  <a:srgbClr val="66757D"/>
                </a:solidFill>
                <a:latin typeface="Arial"/>
                <a:ea typeface="Arial"/>
                <a:cs typeface="Arial"/>
              </a:defRPr>
            </a:lvl2pPr>
            <a:lvl3pPr algn="l">
              <a:defRPr sz="1125" b="1">
                <a:solidFill>
                  <a:srgbClr val="66757D"/>
                </a:solidFill>
                <a:latin typeface="Arial"/>
                <a:ea typeface="Arial"/>
                <a:cs typeface="Arial"/>
              </a:defRPr>
            </a:lvl3pPr>
            <a:lvl4pPr algn="l">
              <a:defRPr sz="1125" b="1">
                <a:solidFill>
                  <a:srgbClr val="66757D"/>
                </a:solidFill>
                <a:latin typeface="Arial"/>
                <a:ea typeface="Arial"/>
                <a:cs typeface="Arial"/>
              </a:defRPr>
            </a:lvl4pPr>
            <a:lvl5pPr algn="l">
              <a:defRPr sz="1125" b="1">
                <a:solidFill>
                  <a:srgbClr val="66757D"/>
                </a:solidFill>
                <a:latin typeface="Arial"/>
                <a:ea typeface="Arial"/>
                <a:cs typeface="Arial"/>
              </a:defRPr>
            </a:lvl5pPr>
            <a:lvl6pPr algn="l">
              <a:defRPr sz="1125" b="1">
                <a:solidFill>
                  <a:srgbClr val="66757D"/>
                </a:solidFill>
                <a:latin typeface="Arial"/>
                <a:ea typeface="Arial"/>
                <a:cs typeface="Arial"/>
              </a:defRPr>
            </a:lvl6pPr>
            <a:lvl7pPr algn="l">
              <a:defRPr sz="1125" b="1">
                <a:solidFill>
                  <a:srgbClr val="66757D"/>
                </a:solidFill>
                <a:latin typeface="Arial"/>
                <a:ea typeface="Arial"/>
                <a:cs typeface="Arial"/>
              </a:defRPr>
            </a:lvl7pPr>
            <a:lvl8pPr algn="l">
              <a:defRPr sz="1125" b="1">
                <a:solidFill>
                  <a:srgbClr val="66757D"/>
                </a:solidFill>
                <a:latin typeface="Arial"/>
                <a:ea typeface="Arial"/>
                <a:cs typeface="Arial"/>
              </a:defRPr>
            </a:lvl8pPr>
            <a:lvl9pPr algn="l">
              <a:defRPr sz="1125" b="1">
                <a:solidFill>
                  <a:srgbClr val="66757D"/>
                </a:solidFill>
                <a:latin typeface="Arial"/>
                <a:ea typeface="Arial"/>
                <a:cs typeface="Arial"/>
              </a:defRPr>
            </a:lvl9pPr>
          </a:lstStyle>
          <a:p xmlns:a="http://schemas.openxmlformats.org/drawingml/2006/main">
            <a:pPr algn="l">
              <a:defRPr sz="1125" b="1">
                <a:solidFill>
                  <a:srgbClr val="66757D"/>
                </a:solidFill>
                <a:latin typeface="Arial"/>
                <a:ea typeface="Arial"/>
                <a:cs typeface="Arial"/>
              </a:defRPr>
            </a:pPr>
            <a:r>
              <a:rPr sz="1125" b="1">
                <a:solidFill>
                  <a:srgbClr val="66757D"/>
                </a:solidFill>
                <a:latin typeface="Arial"/>
                <a:ea typeface="Arial"/>
                <a:cs typeface="Arial"/>
              </a:rPr>
              <a:t>01  INTAKE</a:t>
            </a:r>
          </a:p>
        </p:txBody>
      </p:sp>
      <p:sp>
        <p:nvSpPr>
          <p:cNvPr id="5" name="">
            <a:extLst xmlns:a="http://schemas.openxmlformats.org/drawingml/2006/main">
              <a:ext uri="{FF2B5EF4-FFF2-40B4-BE49-F238E27FC236}">
                <a16:creationId xmlns:a16="http://schemas.microsoft.com/office/drawing/2014/main" id="{FC6E7581-D5C0-415D-A983-4142B1E30308}"/>
              </a:ext>
            </a:extLst>
          </p:cNvPr>
          <p:cNvSpPr>
            <a:spLocks xmlns:a="http://schemas.openxmlformats.org/drawingml/2006/main" noGrp="1"/>
          </p:cNvSpPr>
          <p:nvPr/>
        </p:nvSpPr>
        <p:spPr>
          <a:xfrm xmlns:a="http://schemas.openxmlformats.org/drawingml/2006/main">
            <a:off x="1095375" y="302895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01D26"/>
                </a:solidFill>
                <a:latin typeface="Arial"/>
                <a:ea typeface="Arial"/>
                <a:cs typeface="Arial"/>
              </a:defRPr>
            </a:defPPr>
            <a:lvl1pPr algn="l">
              <a:defRPr sz="1350" b="0">
                <a:solidFill>
                  <a:srgbClr val="101D26"/>
                </a:solidFill>
                <a:latin typeface="Arial"/>
                <a:ea typeface="Arial"/>
                <a:cs typeface="Arial"/>
              </a:defRPr>
            </a:lvl1pPr>
            <a:lvl2pPr algn="l">
              <a:defRPr sz="1350" b="0">
                <a:solidFill>
                  <a:srgbClr val="101D26"/>
                </a:solidFill>
                <a:latin typeface="Arial"/>
                <a:ea typeface="Arial"/>
                <a:cs typeface="Arial"/>
              </a:defRPr>
            </a:lvl2pPr>
            <a:lvl3pPr algn="l">
              <a:defRPr sz="1350" b="0">
                <a:solidFill>
                  <a:srgbClr val="101D26"/>
                </a:solidFill>
                <a:latin typeface="Arial"/>
                <a:ea typeface="Arial"/>
                <a:cs typeface="Arial"/>
              </a:defRPr>
            </a:lvl3pPr>
            <a:lvl4pPr algn="l">
              <a:defRPr sz="1350" b="0">
                <a:solidFill>
                  <a:srgbClr val="101D26"/>
                </a:solidFill>
                <a:latin typeface="Arial"/>
                <a:ea typeface="Arial"/>
                <a:cs typeface="Arial"/>
              </a:defRPr>
            </a:lvl4pPr>
            <a:lvl5pPr algn="l">
              <a:defRPr sz="1350" b="0">
                <a:solidFill>
                  <a:srgbClr val="101D26"/>
                </a:solidFill>
                <a:latin typeface="Arial"/>
                <a:ea typeface="Arial"/>
                <a:cs typeface="Arial"/>
              </a:defRPr>
            </a:lvl5pPr>
            <a:lvl6pPr algn="l">
              <a:defRPr sz="1350" b="0">
                <a:solidFill>
                  <a:srgbClr val="101D26"/>
                </a:solidFill>
                <a:latin typeface="Arial"/>
                <a:ea typeface="Arial"/>
                <a:cs typeface="Arial"/>
              </a:defRPr>
            </a:lvl6pPr>
            <a:lvl7pPr algn="l">
              <a:defRPr sz="1350" b="0">
                <a:solidFill>
                  <a:srgbClr val="101D26"/>
                </a:solidFill>
                <a:latin typeface="Arial"/>
                <a:ea typeface="Arial"/>
                <a:cs typeface="Arial"/>
              </a:defRPr>
            </a:lvl7pPr>
            <a:lvl8pPr algn="l">
              <a:defRPr sz="1350" b="0">
                <a:solidFill>
                  <a:srgbClr val="101D26"/>
                </a:solidFill>
                <a:latin typeface="Arial"/>
                <a:ea typeface="Arial"/>
                <a:cs typeface="Arial"/>
              </a:defRPr>
            </a:lvl8pPr>
            <a:lvl9pPr algn="l">
              <a:defRPr sz="1350" b="0">
                <a:solidFill>
                  <a:srgbClr val="101D26"/>
                </a:solidFill>
                <a:latin typeface="Arial"/>
                <a:ea typeface="Arial"/>
                <a:cs typeface="Arial"/>
              </a:defRPr>
            </a:lvl9pPr>
          </a:lstStyle>
          <a:p xmlns:a="http://schemas.openxmlformats.org/drawingml/2006/main">
            <a:pPr algn="l">
              <a:defRPr sz="1350" b="0">
                <a:solidFill>
                  <a:srgbClr val="101D26"/>
                </a:solidFill>
                <a:latin typeface="Arial"/>
                <a:ea typeface="Arial"/>
                <a:cs typeface="Arial"/>
              </a:defRPr>
            </a:pPr>
            <a:r>
              <a:rPr sz="1350" b="0">
                <a:solidFill>
                  <a:srgbClr val="101D26"/>
                </a:solidFill>
                <a:latin typeface="Arial"/>
                <a:ea typeface="Arial"/>
                <a:cs typeface="Arial"/>
              </a:rPr>
              <a:t>Previous: GENESIS</a:t>
            </a:r>
          </a:p>
        </p:txBody>
      </p:sp>
      <p:sp>
        <p:nvSpPr>
          <p:cNvPr id="6" name="">
            <a:extLst xmlns:a="http://schemas.openxmlformats.org/drawingml/2006/main">
              <a:ext uri="{FF2B5EF4-FFF2-40B4-BE49-F238E27FC236}">
                <a16:creationId xmlns:a16="http://schemas.microsoft.com/office/drawing/2014/main" id="{C40A7B1B-BC4C-4997-BEAD-C586B0B8A089}"/>
              </a:ext>
            </a:extLst>
          </p:cNvPr>
          <p:cNvSpPr>
            <a:spLocks xmlns:a="http://schemas.openxmlformats.org/drawingml/2006/main" noGrp="1"/>
          </p:cNvSpPr>
          <p:nvPr/>
        </p:nvSpPr>
        <p:spPr>
          <a:xfrm xmlns:a="http://schemas.openxmlformats.org/drawingml/2006/main">
            <a:off x="1095375" y="3438525"/>
            <a:ext cx="2333625" cy="9525"/>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1B400ED-5121-45ED-B0CE-0B8B260122D0}"/>
              </a:ext>
            </a:extLst>
          </p:cNvPr>
          <p:cNvSpPr>
            <a:spLocks xmlns:a="http://schemas.openxmlformats.org/drawingml/2006/main" noGrp="1"/>
          </p:cNvSpPr>
          <p:nvPr/>
        </p:nvSpPr>
        <p:spPr>
          <a:xfrm xmlns:a="http://schemas.openxmlformats.org/drawingml/2006/main">
            <a:off x="1095375" y="3590925"/>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1D26"/>
                </a:solidFill>
                <a:latin typeface="Arial"/>
                <a:ea typeface="Arial"/>
                <a:cs typeface="Arial"/>
              </a:defRPr>
            </a:defPPr>
            <a:lvl1pPr algn="l">
              <a:defRPr sz="1350" b="1">
                <a:solidFill>
                  <a:srgbClr val="101D26"/>
                </a:solidFill>
                <a:latin typeface="Arial"/>
                <a:ea typeface="Arial"/>
                <a:cs typeface="Arial"/>
              </a:defRPr>
            </a:lvl1pPr>
            <a:lvl2pPr algn="l">
              <a:defRPr sz="1350" b="1">
                <a:solidFill>
                  <a:srgbClr val="101D26"/>
                </a:solidFill>
                <a:latin typeface="Arial"/>
                <a:ea typeface="Arial"/>
                <a:cs typeface="Arial"/>
              </a:defRPr>
            </a:lvl2pPr>
            <a:lvl3pPr algn="l">
              <a:defRPr sz="1350" b="1">
                <a:solidFill>
                  <a:srgbClr val="101D26"/>
                </a:solidFill>
                <a:latin typeface="Arial"/>
                <a:ea typeface="Arial"/>
                <a:cs typeface="Arial"/>
              </a:defRPr>
            </a:lvl3pPr>
            <a:lvl4pPr algn="l">
              <a:defRPr sz="1350" b="1">
                <a:solidFill>
                  <a:srgbClr val="101D26"/>
                </a:solidFill>
                <a:latin typeface="Arial"/>
                <a:ea typeface="Arial"/>
                <a:cs typeface="Arial"/>
              </a:defRPr>
            </a:lvl4pPr>
            <a:lvl5pPr algn="l">
              <a:defRPr sz="1350" b="1">
                <a:solidFill>
                  <a:srgbClr val="101D26"/>
                </a:solidFill>
                <a:latin typeface="Arial"/>
                <a:ea typeface="Arial"/>
                <a:cs typeface="Arial"/>
              </a:defRPr>
            </a:lvl5pPr>
            <a:lvl6pPr algn="l">
              <a:defRPr sz="1350" b="1">
                <a:solidFill>
                  <a:srgbClr val="101D26"/>
                </a:solidFill>
                <a:latin typeface="Arial"/>
                <a:ea typeface="Arial"/>
                <a:cs typeface="Arial"/>
              </a:defRPr>
            </a:lvl6pPr>
            <a:lvl7pPr algn="l">
              <a:defRPr sz="1350" b="1">
                <a:solidFill>
                  <a:srgbClr val="101D26"/>
                </a:solidFill>
                <a:latin typeface="Arial"/>
                <a:ea typeface="Arial"/>
                <a:cs typeface="Arial"/>
              </a:defRPr>
            </a:lvl7pPr>
            <a:lvl8pPr algn="l">
              <a:defRPr sz="1350" b="1">
                <a:solidFill>
                  <a:srgbClr val="101D26"/>
                </a:solidFill>
                <a:latin typeface="Arial"/>
                <a:ea typeface="Arial"/>
                <a:cs typeface="Arial"/>
              </a:defRPr>
            </a:lvl8pPr>
            <a:lvl9pPr algn="l">
              <a:defRPr sz="1350" b="1">
                <a:solidFill>
                  <a:srgbClr val="101D26"/>
                </a:solidFill>
                <a:latin typeface="Arial"/>
                <a:ea typeface="Arial"/>
                <a:cs typeface="Arial"/>
              </a:defRPr>
            </a:lvl9pPr>
          </a:lstStyle>
          <a:p xmlns:a="http://schemas.openxmlformats.org/drawingml/2006/main">
            <a:pPr algn="l">
              <a:defRPr sz="1350" b="1">
                <a:solidFill>
                  <a:srgbClr val="101D26"/>
                </a:solidFill>
                <a:latin typeface="Arial"/>
                <a:ea typeface="Arial"/>
                <a:cs typeface="Arial"/>
              </a:defRPr>
            </a:pPr>
            <a:r>
              <a:rPr sz="1350" b="1">
                <a:solidFill>
                  <a:srgbClr val="101D26"/>
                </a:solidFill>
                <a:latin typeface="Arial"/>
                <a:ea typeface="Arial"/>
                <a:cs typeface="Arial"/>
              </a:rPr>
              <a:t>Event hash: H1</a:t>
            </a:r>
          </a:p>
        </p:txBody>
      </p:sp>
      <p:sp>
        <p:nvSpPr>
          <p:cNvPr id="8" name="">
            <a:extLst xmlns:a="http://schemas.openxmlformats.org/drawingml/2006/main">
              <a:ext uri="{FF2B5EF4-FFF2-40B4-BE49-F238E27FC236}">
                <a16:creationId xmlns:a16="http://schemas.microsoft.com/office/drawing/2014/main" id="{47DD8F84-49E1-4A61-B23C-78F08D0BD5EC}"/>
              </a:ext>
            </a:extLst>
          </p:cNvPr>
          <p:cNvSpPr>
            <a:spLocks xmlns:a="http://schemas.openxmlformats.org/drawingml/2006/main" noGrp="1"/>
          </p:cNvSpPr>
          <p:nvPr/>
        </p:nvSpPr>
        <p:spPr>
          <a:xfrm xmlns:a="http://schemas.openxmlformats.org/drawingml/2006/main">
            <a:off x="3619500" y="3209925"/>
            <a:ext cx="714375" cy="28575"/>
          </a:xfrm>
          <a:prstGeom xmlns:a="http://schemas.openxmlformats.org/drawingml/2006/main" prst="rect">
            <a:avLst/>
          </a:prstGeom>
          <a:solidFill xmlns:a="http://schemas.openxmlformats.org/drawingml/2006/main">
            <a:srgbClr val="25C4A8"/>
          </a:solidFill>
          <a:ln xmlns:a="http://schemas.openxmlformats.org/drawingml/2006/main" w="0">
            <a:noFill/>
            <a:prstDash val="solid"/>
          </a:ln>
        </p:spPr>
      </p:sp>
      <p:sp>
        <p:nvSpPr>
          <p:cNvPr id="9" name="custody-event-2">
            <a:extLst xmlns:a="http://schemas.openxmlformats.org/drawingml/2006/main">
              <a:ext uri="{FF2B5EF4-FFF2-40B4-BE49-F238E27FC236}">
                <a16:creationId xmlns:a16="http://schemas.microsoft.com/office/drawing/2014/main" id="{1DDD5378-F2C7-4BE8-AE3A-981EB810115E}"/>
              </a:ext>
            </a:extLst>
          </p:cNvPr>
          <p:cNvSpPr>
            <a:spLocks xmlns:a="http://schemas.openxmlformats.org/drawingml/2006/main" noGrp="1"/>
          </p:cNvSpPr>
          <p:nvPr/>
        </p:nvSpPr>
        <p:spPr>
          <a:xfrm xmlns:a="http://schemas.openxmlformats.org/drawingml/2006/main">
            <a:off x="4333875" y="2428875"/>
            <a:ext cx="2714625" cy="1571625"/>
          </a:xfrm>
          <a:prstGeom xmlns:a="http://schemas.openxmlformats.org/drawingml/2006/main" prst="roundRect">
            <a:avLst>
              <a:gd name="adj" fmla="val 3030"/>
            </a:avLst>
          </a:prstGeom>
          <a:solidFill xmlns:a="http://schemas.openxmlformats.org/drawingml/2006/main">
            <a:srgbClr val="DDF4EE"/>
          </a:solidFill>
          <a:ln xmlns:a="http://schemas.openxmlformats.org/drawingml/2006/main" w="9525">
            <a:solidFill>
              <a:srgbClr val="D7DCD8"/>
            </a:solidFill>
            <a:prstDash val="solid"/>
          </a:ln>
        </p:spPr>
      </p:sp>
      <p:sp>
        <p:nvSpPr>
          <p:cNvPr id="10" name="">
            <a:extLst xmlns:a="http://schemas.openxmlformats.org/drawingml/2006/main">
              <a:ext uri="{FF2B5EF4-FFF2-40B4-BE49-F238E27FC236}">
                <a16:creationId xmlns:a16="http://schemas.microsoft.com/office/drawing/2014/main" id="{22AE9DA8-EF3C-4041-82A3-9905D9D09F18}"/>
              </a:ext>
            </a:extLst>
          </p:cNvPr>
          <p:cNvSpPr>
            <a:spLocks xmlns:a="http://schemas.openxmlformats.org/drawingml/2006/main" noGrp="1"/>
          </p:cNvSpPr>
          <p:nvPr/>
        </p:nvSpPr>
        <p:spPr>
          <a:xfrm xmlns:a="http://schemas.openxmlformats.org/drawingml/2006/main">
            <a:off x="4524375" y="262890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66757D"/>
                </a:solidFill>
                <a:latin typeface="Arial"/>
                <a:ea typeface="Arial"/>
                <a:cs typeface="Arial"/>
              </a:defRPr>
            </a:defPPr>
            <a:lvl1pPr algn="l">
              <a:defRPr sz="1125" b="1">
                <a:solidFill>
                  <a:srgbClr val="66757D"/>
                </a:solidFill>
                <a:latin typeface="Arial"/>
                <a:ea typeface="Arial"/>
                <a:cs typeface="Arial"/>
              </a:defRPr>
            </a:lvl1pPr>
            <a:lvl2pPr algn="l">
              <a:defRPr sz="1125" b="1">
                <a:solidFill>
                  <a:srgbClr val="66757D"/>
                </a:solidFill>
                <a:latin typeface="Arial"/>
                <a:ea typeface="Arial"/>
                <a:cs typeface="Arial"/>
              </a:defRPr>
            </a:lvl2pPr>
            <a:lvl3pPr algn="l">
              <a:defRPr sz="1125" b="1">
                <a:solidFill>
                  <a:srgbClr val="66757D"/>
                </a:solidFill>
                <a:latin typeface="Arial"/>
                <a:ea typeface="Arial"/>
                <a:cs typeface="Arial"/>
              </a:defRPr>
            </a:lvl3pPr>
            <a:lvl4pPr algn="l">
              <a:defRPr sz="1125" b="1">
                <a:solidFill>
                  <a:srgbClr val="66757D"/>
                </a:solidFill>
                <a:latin typeface="Arial"/>
                <a:ea typeface="Arial"/>
                <a:cs typeface="Arial"/>
              </a:defRPr>
            </a:lvl4pPr>
            <a:lvl5pPr algn="l">
              <a:defRPr sz="1125" b="1">
                <a:solidFill>
                  <a:srgbClr val="66757D"/>
                </a:solidFill>
                <a:latin typeface="Arial"/>
                <a:ea typeface="Arial"/>
                <a:cs typeface="Arial"/>
              </a:defRPr>
            </a:lvl5pPr>
            <a:lvl6pPr algn="l">
              <a:defRPr sz="1125" b="1">
                <a:solidFill>
                  <a:srgbClr val="66757D"/>
                </a:solidFill>
                <a:latin typeface="Arial"/>
                <a:ea typeface="Arial"/>
                <a:cs typeface="Arial"/>
              </a:defRPr>
            </a:lvl6pPr>
            <a:lvl7pPr algn="l">
              <a:defRPr sz="1125" b="1">
                <a:solidFill>
                  <a:srgbClr val="66757D"/>
                </a:solidFill>
                <a:latin typeface="Arial"/>
                <a:ea typeface="Arial"/>
                <a:cs typeface="Arial"/>
              </a:defRPr>
            </a:lvl7pPr>
            <a:lvl8pPr algn="l">
              <a:defRPr sz="1125" b="1">
                <a:solidFill>
                  <a:srgbClr val="66757D"/>
                </a:solidFill>
                <a:latin typeface="Arial"/>
                <a:ea typeface="Arial"/>
                <a:cs typeface="Arial"/>
              </a:defRPr>
            </a:lvl8pPr>
            <a:lvl9pPr algn="l">
              <a:defRPr sz="1125" b="1">
                <a:solidFill>
                  <a:srgbClr val="66757D"/>
                </a:solidFill>
                <a:latin typeface="Arial"/>
                <a:ea typeface="Arial"/>
                <a:cs typeface="Arial"/>
              </a:defRPr>
            </a:lvl9pPr>
          </a:lstStyle>
          <a:p xmlns:a="http://schemas.openxmlformats.org/drawingml/2006/main">
            <a:pPr algn="l">
              <a:defRPr sz="1125" b="1">
                <a:solidFill>
                  <a:srgbClr val="66757D"/>
                </a:solidFill>
                <a:latin typeface="Arial"/>
                <a:ea typeface="Arial"/>
                <a:cs typeface="Arial"/>
              </a:defRPr>
            </a:pPr>
            <a:r>
              <a:rPr sz="1125" b="1">
                <a:solidFill>
                  <a:srgbClr val="66757D"/>
                </a:solidFill>
                <a:latin typeface="Arial"/>
                <a:ea typeface="Arial"/>
                <a:cs typeface="Arial"/>
              </a:rPr>
              <a:t>02  HASH CHECK</a:t>
            </a:r>
          </a:p>
        </p:txBody>
      </p:sp>
      <p:sp>
        <p:nvSpPr>
          <p:cNvPr id="11" name="">
            <a:extLst xmlns:a="http://schemas.openxmlformats.org/drawingml/2006/main">
              <a:ext uri="{FF2B5EF4-FFF2-40B4-BE49-F238E27FC236}">
                <a16:creationId xmlns:a16="http://schemas.microsoft.com/office/drawing/2014/main" id="{795CA75B-B90B-45F0-A878-F9D16BD4D543}"/>
              </a:ext>
            </a:extLst>
          </p:cNvPr>
          <p:cNvSpPr>
            <a:spLocks xmlns:a="http://schemas.openxmlformats.org/drawingml/2006/main" noGrp="1"/>
          </p:cNvSpPr>
          <p:nvPr/>
        </p:nvSpPr>
        <p:spPr>
          <a:xfrm xmlns:a="http://schemas.openxmlformats.org/drawingml/2006/main">
            <a:off x="4524375" y="302895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01D26"/>
                </a:solidFill>
                <a:latin typeface="Arial"/>
                <a:ea typeface="Arial"/>
                <a:cs typeface="Arial"/>
              </a:defRPr>
            </a:defPPr>
            <a:lvl1pPr algn="l">
              <a:defRPr sz="1350" b="0">
                <a:solidFill>
                  <a:srgbClr val="101D26"/>
                </a:solidFill>
                <a:latin typeface="Arial"/>
                <a:ea typeface="Arial"/>
                <a:cs typeface="Arial"/>
              </a:defRPr>
            </a:lvl1pPr>
            <a:lvl2pPr algn="l">
              <a:defRPr sz="1350" b="0">
                <a:solidFill>
                  <a:srgbClr val="101D26"/>
                </a:solidFill>
                <a:latin typeface="Arial"/>
                <a:ea typeface="Arial"/>
                <a:cs typeface="Arial"/>
              </a:defRPr>
            </a:lvl2pPr>
            <a:lvl3pPr algn="l">
              <a:defRPr sz="1350" b="0">
                <a:solidFill>
                  <a:srgbClr val="101D26"/>
                </a:solidFill>
                <a:latin typeface="Arial"/>
                <a:ea typeface="Arial"/>
                <a:cs typeface="Arial"/>
              </a:defRPr>
            </a:lvl3pPr>
            <a:lvl4pPr algn="l">
              <a:defRPr sz="1350" b="0">
                <a:solidFill>
                  <a:srgbClr val="101D26"/>
                </a:solidFill>
                <a:latin typeface="Arial"/>
                <a:ea typeface="Arial"/>
                <a:cs typeface="Arial"/>
              </a:defRPr>
            </a:lvl4pPr>
            <a:lvl5pPr algn="l">
              <a:defRPr sz="1350" b="0">
                <a:solidFill>
                  <a:srgbClr val="101D26"/>
                </a:solidFill>
                <a:latin typeface="Arial"/>
                <a:ea typeface="Arial"/>
                <a:cs typeface="Arial"/>
              </a:defRPr>
            </a:lvl5pPr>
            <a:lvl6pPr algn="l">
              <a:defRPr sz="1350" b="0">
                <a:solidFill>
                  <a:srgbClr val="101D26"/>
                </a:solidFill>
                <a:latin typeface="Arial"/>
                <a:ea typeface="Arial"/>
                <a:cs typeface="Arial"/>
              </a:defRPr>
            </a:lvl6pPr>
            <a:lvl7pPr algn="l">
              <a:defRPr sz="1350" b="0">
                <a:solidFill>
                  <a:srgbClr val="101D26"/>
                </a:solidFill>
                <a:latin typeface="Arial"/>
                <a:ea typeface="Arial"/>
                <a:cs typeface="Arial"/>
              </a:defRPr>
            </a:lvl7pPr>
            <a:lvl8pPr algn="l">
              <a:defRPr sz="1350" b="0">
                <a:solidFill>
                  <a:srgbClr val="101D26"/>
                </a:solidFill>
                <a:latin typeface="Arial"/>
                <a:ea typeface="Arial"/>
                <a:cs typeface="Arial"/>
              </a:defRPr>
            </a:lvl8pPr>
            <a:lvl9pPr algn="l">
              <a:defRPr sz="1350" b="0">
                <a:solidFill>
                  <a:srgbClr val="101D26"/>
                </a:solidFill>
                <a:latin typeface="Arial"/>
                <a:ea typeface="Arial"/>
                <a:cs typeface="Arial"/>
              </a:defRPr>
            </a:lvl9pPr>
          </a:lstStyle>
          <a:p xmlns:a="http://schemas.openxmlformats.org/drawingml/2006/main">
            <a:pPr algn="l">
              <a:defRPr sz="1350" b="0">
                <a:solidFill>
                  <a:srgbClr val="101D26"/>
                </a:solidFill>
                <a:latin typeface="Arial"/>
                <a:ea typeface="Arial"/>
                <a:cs typeface="Arial"/>
              </a:defRPr>
            </a:pPr>
            <a:r>
              <a:rPr sz="1350" b="0">
                <a:solidFill>
                  <a:srgbClr val="101D26"/>
                </a:solidFill>
                <a:latin typeface="Arial"/>
                <a:ea typeface="Arial"/>
                <a:cs typeface="Arial"/>
              </a:rPr>
              <a:t>Previous: event 01 hash</a:t>
            </a:r>
          </a:p>
        </p:txBody>
      </p:sp>
      <p:sp>
        <p:nvSpPr>
          <p:cNvPr id="12" name="">
            <a:extLst xmlns:a="http://schemas.openxmlformats.org/drawingml/2006/main">
              <a:ext uri="{FF2B5EF4-FFF2-40B4-BE49-F238E27FC236}">
                <a16:creationId xmlns:a16="http://schemas.microsoft.com/office/drawing/2014/main" id="{1F7A1021-5322-4DC4-83ED-071C940D1EEB}"/>
              </a:ext>
            </a:extLst>
          </p:cNvPr>
          <p:cNvSpPr>
            <a:spLocks xmlns:a="http://schemas.openxmlformats.org/drawingml/2006/main" noGrp="1"/>
          </p:cNvSpPr>
          <p:nvPr/>
        </p:nvSpPr>
        <p:spPr>
          <a:xfrm xmlns:a="http://schemas.openxmlformats.org/drawingml/2006/main">
            <a:off x="4524375" y="3438525"/>
            <a:ext cx="2333625" cy="9525"/>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278759E-DE9E-4D78-BFDA-171FDF3A1B6B}"/>
              </a:ext>
            </a:extLst>
          </p:cNvPr>
          <p:cNvSpPr>
            <a:spLocks xmlns:a="http://schemas.openxmlformats.org/drawingml/2006/main" noGrp="1"/>
          </p:cNvSpPr>
          <p:nvPr/>
        </p:nvSpPr>
        <p:spPr>
          <a:xfrm xmlns:a="http://schemas.openxmlformats.org/drawingml/2006/main">
            <a:off x="4524375" y="3590925"/>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1D26"/>
                </a:solidFill>
                <a:latin typeface="Arial"/>
                <a:ea typeface="Arial"/>
                <a:cs typeface="Arial"/>
              </a:defRPr>
            </a:defPPr>
            <a:lvl1pPr algn="l">
              <a:defRPr sz="1350" b="1">
                <a:solidFill>
                  <a:srgbClr val="101D26"/>
                </a:solidFill>
                <a:latin typeface="Arial"/>
                <a:ea typeface="Arial"/>
                <a:cs typeface="Arial"/>
              </a:defRPr>
            </a:lvl1pPr>
            <a:lvl2pPr algn="l">
              <a:defRPr sz="1350" b="1">
                <a:solidFill>
                  <a:srgbClr val="101D26"/>
                </a:solidFill>
                <a:latin typeface="Arial"/>
                <a:ea typeface="Arial"/>
                <a:cs typeface="Arial"/>
              </a:defRPr>
            </a:lvl2pPr>
            <a:lvl3pPr algn="l">
              <a:defRPr sz="1350" b="1">
                <a:solidFill>
                  <a:srgbClr val="101D26"/>
                </a:solidFill>
                <a:latin typeface="Arial"/>
                <a:ea typeface="Arial"/>
                <a:cs typeface="Arial"/>
              </a:defRPr>
            </a:lvl3pPr>
            <a:lvl4pPr algn="l">
              <a:defRPr sz="1350" b="1">
                <a:solidFill>
                  <a:srgbClr val="101D26"/>
                </a:solidFill>
                <a:latin typeface="Arial"/>
                <a:ea typeface="Arial"/>
                <a:cs typeface="Arial"/>
              </a:defRPr>
            </a:lvl4pPr>
            <a:lvl5pPr algn="l">
              <a:defRPr sz="1350" b="1">
                <a:solidFill>
                  <a:srgbClr val="101D26"/>
                </a:solidFill>
                <a:latin typeface="Arial"/>
                <a:ea typeface="Arial"/>
                <a:cs typeface="Arial"/>
              </a:defRPr>
            </a:lvl5pPr>
            <a:lvl6pPr algn="l">
              <a:defRPr sz="1350" b="1">
                <a:solidFill>
                  <a:srgbClr val="101D26"/>
                </a:solidFill>
                <a:latin typeface="Arial"/>
                <a:ea typeface="Arial"/>
                <a:cs typeface="Arial"/>
              </a:defRPr>
            </a:lvl6pPr>
            <a:lvl7pPr algn="l">
              <a:defRPr sz="1350" b="1">
                <a:solidFill>
                  <a:srgbClr val="101D26"/>
                </a:solidFill>
                <a:latin typeface="Arial"/>
                <a:ea typeface="Arial"/>
                <a:cs typeface="Arial"/>
              </a:defRPr>
            </a:lvl7pPr>
            <a:lvl8pPr algn="l">
              <a:defRPr sz="1350" b="1">
                <a:solidFill>
                  <a:srgbClr val="101D26"/>
                </a:solidFill>
                <a:latin typeface="Arial"/>
                <a:ea typeface="Arial"/>
                <a:cs typeface="Arial"/>
              </a:defRPr>
            </a:lvl8pPr>
            <a:lvl9pPr algn="l">
              <a:defRPr sz="1350" b="1">
                <a:solidFill>
                  <a:srgbClr val="101D26"/>
                </a:solidFill>
                <a:latin typeface="Arial"/>
                <a:ea typeface="Arial"/>
                <a:cs typeface="Arial"/>
              </a:defRPr>
            </a:lvl9pPr>
          </a:lstStyle>
          <a:p xmlns:a="http://schemas.openxmlformats.org/drawingml/2006/main">
            <a:pPr algn="l">
              <a:defRPr sz="1350" b="1">
                <a:solidFill>
                  <a:srgbClr val="101D26"/>
                </a:solidFill>
                <a:latin typeface="Arial"/>
                <a:ea typeface="Arial"/>
                <a:cs typeface="Arial"/>
              </a:defRPr>
            </a:pPr>
            <a:r>
              <a:rPr sz="1350" b="1">
                <a:solidFill>
                  <a:srgbClr val="101D26"/>
                </a:solidFill>
                <a:latin typeface="Arial"/>
                <a:ea typeface="Arial"/>
                <a:cs typeface="Arial"/>
              </a:rPr>
              <a:t>Event hash: H2</a:t>
            </a:r>
          </a:p>
        </p:txBody>
      </p:sp>
      <p:sp>
        <p:nvSpPr>
          <p:cNvPr id="14" name="">
            <a:extLst xmlns:a="http://schemas.openxmlformats.org/drawingml/2006/main">
              <a:ext uri="{FF2B5EF4-FFF2-40B4-BE49-F238E27FC236}">
                <a16:creationId xmlns:a16="http://schemas.microsoft.com/office/drawing/2014/main" id="{F4E807E1-2331-4049-9DE2-FB8EA43100DD}"/>
              </a:ext>
            </a:extLst>
          </p:cNvPr>
          <p:cNvSpPr>
            <a:spLocks xmlns:a="http://schemas.openxmlformats.org/drawingml/2006/main" noGrp="1"/>
          </p:cNvSpPr>
          <p:nvPr/>
        </p:nvSpPr>
        <p:spPr>
          <a:xfrm xmlns:a="http://schemas.openxmlformats.org/drawingml/2006/main">
            <a:off x="7048500" y="3209925"/>
            <a:ext cx="714375" cy="28575"/>
          </a:xfrm>
          <a:prstGeom xmlns:a="http://schemas.openxmlformats.org/drawingml/2006/main" prst="rect">
            <a:avLst/>
          </a:prstGeom>
          <a:solidFill xmlns:a="http://schemas.openxmlformats.org/drawingml/2006/main">
            <a:srgbClr val="25C4A8"/>
          </a:solidFill>
          <a:ln xmlns:a="http://schemas.openxmlformats.org/drawingml/2006/main" w="0">
            <a:noFill/>
            <a:prstDash val="solid"/>
          </a:ln>
        </p:spPr>
      </p:sp>
      <p:sp>
        <p:nvSpPr>
          <p:cNvPr id="15" name="custody-event-3">
            <a:extLst xmlns:a="http://schemas.openxmlformats.org/drawingml/2006/main">
              <a:ext uri="{FF2B5EF4-FFF2-40B4-BE49-F238E27FC236}">
                <a16:creationId xmlns:a16="http://schemas.microsoft.com/office/drawing/2014/main" id="{EBD5035B-8A19-439D-9E11-6E849F44A171}"/>
              </a:ext>
            </a:extLst>
          </p:cNvPr>
          <p:cNvSpPr>
            <a:spLocks xmlns:a="http://schemas.openxmlformats.org/drawingml/2006/main" noGrp="1"/>
          </p:cNvSpPr>
          <p:nvPr/>
        </p:nvSpPr>
        <p:spPr>
          <a:xfrm xmlns:a="http://schemas.openxmlformats.org/drawingml/2006/main">
            <a:off x="7762875" y="2428875"/>
            <a:ext cx="2714625" cy="1571625"/>
          </a:xfrm>
          <a:prstGeom xmlns:a="http://schemas.openxmlformats.org/drawingml/2006/main" prst="roundRect">
            <a:avLst>
              <a:gd name="adj" fmla="val 3030"/>
            </a:avLst>
          </a:prstGeom>
          <a:solidFill xmlns:a="http://schemas.openxmlformats.org/drawingml/2006/main">
            <a:srgbClr val="F5F3EC"/>
          </a:solidFill>
          <a:ln xmlns:a="http://schemas.openxmlformats.org/drawingml/2006/main" w="9525">
            <a:solidFill>
              <a:srgbClr val="D7DCD8"/>
            </a:solidFill>
            <a:prstDash val="solid"/>
          </a:ln>
        </p:spPr>
      </p:sp>
      <p:sp>
        <p:nvSpPr>
          <p:cNvPr id="16" name="">
            <a:extLst xmlns:a="http://schemas.openxmlformats.org/drawingml/2006/main">
              <a:ext uri="{FF2B5EF4-FFF2-40B4-BE49-F238E27FC236}">
                <a16:creationId xmlns:a16="http://schemas.microsoft.com/office/drawing/2014/main" id="{8ACC62CB-C1C7-4628-ADD6-4429EC5083BF}"/>
              </a:ext>
            </a:extLst>
          </p:cNvPr>
          <p:cNvSpPr>
            <a:spLocks xmlns:a="http://schemas.openxmlformats.org/drawingml/2006/main" noGrp="1"/>
          </p:cNvSpPr>
          <p:nvPr/>
        </p:nvSpPr>
        <p:spPr>
          <a:xfrm xmlns:a="http://schemas.openxmlformats.org/drawingml/2006/main">
            <a:off x="7953375" y="262890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66757D"/>
                </a:solidFill>
                <a:latin typeface="Arial"/>
                <a:ea typeface="Arial"/>
                <a:cs typeface="Arial"/>
              </a:defRPr>
            </a:defPPr>
            <a:lvl1pPr algn="l">
              <a:defRPr sz="1125" b="1">
                <a:solidFill>
                  <a:srgbClr val="66757D"/>
                </a:solidFill>
                <a:latin typeface="Arial"/>
                <a:ea typeface="Arial"/>
                <a:cs typeface="Arial"/>
              </a:defRPr>
            </a:lvl1pPr>
            <a:lvl2pPr algn="l">
              <a:defRPr sz="1125" b="1">
                <a:solidFill>
                  <a:srgbClr val="66757D"/>
                </a:solidFill>
                <a:latin typeface="Arial"/>
                <a:ea typeface="Arial"/>
                <a:cs typeface="Arial"/>
              </a:defRPr>
            </a:lvl2pPr>
            <a:lvl3pPr algn="l">
              <a:defRPr sz="1125" b="1">
                <a:solidFill>
                  <a:srgbClr val="66757D"/>
                </a:solidFill>
                <a:latin typeface="Arial"/>
                <a:ea typeface="Arial"/>
                <a:cs typeface="Arial"/>
              </a:defRPr>
            </a:lvl3pPr>
            <a:lvl4pPr algn="l">
              <a:defRPr sz="1125" b="1">
                <a:solidFill>
                  <a:srgbClr val="66757D"/>
                </a:solidFill>
                <a:latin typeface="Arial"/>
                <a:ea typeface="Arial"/>
                <a:cs typeface="Arial"/>
              </a:defRPr>
            </a:lvl4pPr>
            <a:lvl5pPr algn="l">
              <a:defRPr sz="1125" b="1">
                <a:solidFill>
                  <a:srgbClr val="66757D"/>
                </a:solidFill>
                <a:latin typeface="Arial"/>
                <a:ea typeface="Arial"/>
                <a:cs typeface="Arial"/>
              </a:defRPr>
            </a:lvl5pPr>
            <a:lvl6pPr algn="l">
              <a:defRPr sz="1125" b="1">
                <a:solidFill>
                  <a:srgbClr val="66757D"/>
                </a:solidFill>
                <a:latin typeface="Arial"/>
                <a:ea typeface="Arial"/>
                <a:cs typeface="Arial"/>
              </a:defRPr>
            </a:lvl6pPr>
            <a:lvl7pPr algn="l">
              <a:defRPr sz="1125" b="1">
                <a:solidFill>
                  <a:srgbClr val="66757D"/>
                </a:solidFill>
                <a:latin typeface="Arial"/>
                <a:ea typeface="Arial"/>
                <a:cs typeface="Arial"/>
              </a:defRPr>
            </a:lvl7pPr>
            <a:lvl8pPr algn="l">
              <a:defRPr sz="1125" b="1">
                <a:solidFill>
                  <a:srgbClr val="66757D"/>
                </a:solidFill>
                <a:latin typeface="Arial"/>
                <a:ea typeface="Arial"/>
                <a:cs typeface="Arial"/>
              </a:defRPr>
            </a:lvl8pPr>
            <a:lvl9pPr algn="l">
              <a:defRPr sz="1125" b="1">
                <a:solidFill>
                  <a:srgbClr val="66757D"/>
                </a:solidFill>
                <a:latin typeface="Arial"/>
                <a:ea typeface="Arial"/>
                <a:cs typeface="Arial"/>
              </a:defRPr>
            </a:lvl9pPr>
          </a:lstStyle>
          <a:p xmlns:a="http://schemas.openxmlformats.org/drawingml/2006/main">
            <a:pPr algn="l">
              <a:defRPr sz="1125" b="1">
                <a:solidFill>
                  <a:srgbClr val="66757D"/>
                </a:solidFill>
                <a:latin typeface="Arial"/>
                <a:ea typeface="Arial"/>
                <a:cs typeface="Arial"/>
              </a:defRPr>
            </a:pPr>
            <a:r>
              <a:rPr sz="1125" b="1">
                <a:solidFill>
                  <a:srgbClr val="66757D"/>
                </a:solidFill>
                <a:latin typeface="Arial"/>
                <a:ea typeface="Arial"/>
                <a:cs typeface="Arial"/>
              </a:rPr>
              <a:t>03  SEALED</a:t>
            </a:r>
          </a:p>
        </p:txBody>
      </p:sp>
      <p:sp>
        <p:nvSpPr>
          <p:cNvPr id="17" name="">
            <a:extLst xmlns:a="http://schemas.openxmlformats.org/drawingml/2006/main">
              <a:ext uri="{FF2B5EF4-FFF2-40B4-BE49-F238E27FC236}">
                <a16:creationId xmlns:a16="http://schemas.microsoft.com/office/drawing/2014/main" id="{1BE2E69B-2A6D-4F2E-BF94-4D78FD3F653B}"/>
              </a:ext>
            </a:extLst>
          </p:cNvPr>
          <p:cNvSpPr>
            <a:spLocks xmlns:a="http://schemas.openxmlformats.org/drawingml/2006/main" noGrp="1"/>
          </p:cNvSpPr>
          <p:nvPr/>
        </p:nvSpPr>
        <p:spPr>
          <a:xfrm xmlns:a="http://schemas.openxmlformats.org/drawingml/2006/main">
            <a:off x="7953375" y="302895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01D26"/>
                </a:solidFill>
                <a:latin typeface="Arial"/>
                <a:ea typeface="Arial"/>
                <a:cs typeface="Arial"/>
              </a:defRPr>
            </a:defPPr>
            <a:lvl1pPr algn="l">
              <a:defRPr sz="1350" b="0">
                <a:solidFill>
                  <a:srgbClr val="101D26"/>
                </a:solidFill>
                <a:latin typeface="Arial"/>
                <a:ea typeface="Arial"/>
                <a:cs typeface="Arial"/>
              </a:defRPr>
            </a:lvl1pPr>
            <a:lvl2pPr algn="l">
              <a:defRPr sz="1350" b="0">
                <a:solidFill>
                  <a:srgbClr val="101D26"/>
                </a:solidFill>
                <a:latin typeface="Arial"/>
                <a:ea typeface="Arial"/>
                <a:cs typeface="Arial"/>
              </a:defRPr>
            </a:lvl2pPr>
            <a:lvl3pPr algn="l">
              <a:defRPr sz="1350" b="0">
                <a:solidFill>
                  <a:srgbClr val="101D26"/>
                </a:solidFill>
                <a:latin typeface="Arial"/>
                <a:ea typeface="Arial"/>
                <a:cs typeface="Arial"/>
              </a:defRPr>
            </a:lvl3pPr>
            <a:lvl4pPr algn="l">
              <a:defRPr sz="1350" b="0">
                <a:solidFill>
                  <a:srgbClr val="101D26"/>
                </a:solidFill>
                <a:latin typeface="Arial"/>
                <a:ea typeface="Arial"/>
                <a:cs typeface="Arial"/>
              </a:defRPr>
            </a:lvl4pPr>
            <a:lvl5pPr algn="l">
              <a:defRPr sz="1350" b="0">
                <a:solidFill>
                  <a:srgbClr val="101D26"/>
                </a:solidFill>
                <a:latin typeface="Arial"/>
                <a:ea typeface="Arial"/>
                <a:cs typeface="Arial"/>
              </a:defRPr>
            </a:lvl5pPr>
            <a:lvl6pPr algn="l">
              <a:defRPr sz="1350" b="0">
                <a:solidFill>
                  <a:srgbClr val="101D26"/>
                </a:solidFill>
                <a:latin typeface="Arial"/>
                <a:ea typeface="Arial"/>
                <a:cs typeface="Arial"/>
              </a:defRPr>
            </a:lvl6pPr>
            <a:lvl7pPr algn="l">
              <a:defRPr sz="1350" b="0">
                <a:solidFill>
                  <a:srgbClr val="101D26"/>
                </a:solidFill>
                <a:latin typeface="Arial"/>
                <a:ea typeface="Arial"/>
                <a:cs typeface="Arial"/>
              </a:defRPr>
            </a:lvl7pPr>
            <a:lvl8pPr algn="l">
              <a:defRPr sz="1350" b="0">
                <a:solidFill>
                  <a:srgbClr val="101D26"/>
                </a:solidFill>
                <a:latin typeface="Arial"/>
                <a:ea typeface="Arial"/>
                <a:cs typeface="Arial"/>
              </a:defRPr>
            </a:lvl8pPr>
            <a:lvl9pPr algn="l">
              <a:defRPr sz="1350" b="0">
                <a:solidFill>
                  <a:srgbClr val="101D26"/>
                </a:solidFill>
                <a:latin typeface="Arial"/>
                <a:ea typeface="Arial"/>
                <a:cs typeface="Arial"/>
              </a:defRPr>
            </a:lvl9pPr>
          </a:lstStyle>
          <a:p xmlns:a="http://schemas.openxmlformats.org/drawingml/2006/main">
            <a:pPr algn="l">
              <a:defRPr sz="1350" b="0">
                <a:solidFill>
                  <a:srgbClr val="101D26"/>
                </a:solidFill>
                <a:latin typeface="Arial"/>
                <a:ea typeface="Arial"/>
                <a:cs typeface="Arial"/>
              </a:defRPr>
            </a:pPr>
            <a:r>
              <a:rPr sz="1350" b="0">
                <a:solidFill>
                  <a:srgbClr val="101D26"/>
                </a:solidFill>
                <a:latin typeface="Arial"/>
                <a:ea typeface="Arial"/>
                <a:cs typeface="Arial"/>
              </a:rPr>
              <a:t>Previous: event 02 hash</a:t>
            </a:r>
          </a:p>
        </p:txBody>
      </p:sp>
      <p:sp>
        <p:nvSpPr>
          <p:cNvPr id="18" name="">
            <a:extLst xmlns:a="http://schemas.openxmlformats.org/drawingml/2006/main">
              <a:ext uri="{FF2B5EF4-FFF2-40B4-BE49-F238E27FC236}">
                <a16:creationId xmlns:a16="http://schemas.microsoft.com/office/drawing/2014/main" id="{65AC7679-1247-49D2-A710-5633BF6720E1}"/>
              </a:ext>
            </a:extLst>
          </p:cNvPr>
          <p:cNvSpPr>
            <a:spLocks xmlns:a="http://schemas.openxmlformats.org/drawingml/2006/main" noGrp="1"/>
          </p:cNvSpPr>
          <p:nvPr/>
        </p:nvSpPr>
        <p:spPr>
          <a:xfrm xmlns:a="http://schemas.openxmlformats.org/drawingml/2006/main">
            <a:off x="7953375" y="3438525"/>
            <a:ext cx="2333625" cy="9525"/>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BD291D9-2957-4C96-ACD3-BACB605F8C73}"/>
              </a:ext>
            </a:extLst>
          </p:cNvPr>
          <p:cNvSpPr>
            <a:spLocks xmlns:a="http://schemas.openxmlformats.org/drawingml/2006/main" noGrp="1"/>
          </p:cNvSpPr>
          <p:nvPr/>
        </p:nvSpPr>
        <p:spPr>
          <a:xfrm xmlns:a="http://schemas.openxmlformats.org/drawingml/2006/main">
            <a:off x="7953375" y="3590925"/>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1D26"/>
                </a:solidFill>
                <a:latin typeface="Arial"/>
                <a:ea typeface="Arial"/>
                <a:cs typeface="Arial"/>
              </a:defRPr>
            </a:defPPr>
            <a:lvl1pPr algn="l">
              <a:defRPr sz="1350" b="1">
                <a:solidFill>
                  <a:srgbClr val="101D26"/>
                </a:solidFill>
                <a:latin typeface="Arial"/>
                <a:ea typeface="Arial"/>
                <a:cs typeface="Arial"/>
              </a:defRPr>
            </a:lvl1pPr>
            <a:lvl2pPr algn="l">
              <a:defRPr sz="1350" b="1">
                <a:solidFill>
                  <a:srgbClr val="101D26"/>
                </a:solidFill>
                <a:latin typeface="Arial"/>
                <a:ea typeface="Arial"/>
                <a:cs typeface="Arial"/>
              </a:defRPr>
            </a:lvl2pPr>
            <a:lvl3pPr algn="l">
              <a:defRPr sz="1350" b="1">
                <a:solidFill>
                  <a:srgbClr val="101D26"/>
                </a:solidFill>
                <a:latin typeface="Arial"/>
                <a:ea typeface="Arial"/>
                <a:cs typeface="Arial"/>
              </a:defRPr>
            </a:lvl3pPr>
            <a:lvl4pPr algn="l">
              <a:defRPr sz="1350" b="1">
                <a:solidFill>
                  <a:srgbClr val="101D26"/>
                </a:solidFill>
                <a:latin typeface="Arial"/>
                <a:ea typeface="Arial"/>
                <a:cs typeface="Arial"/>
              </a:defRPr>
            </a:lvl4pPr>
            <a:lvl5pPr algn="l">
              <a:defRPr sz="1350" b="1">
                <a:solidFill>
                  <a:srgbClr val="101D26"/>
                </a:solidFill>
                <a:latin typeface="Arial"/>
                <a:ea typeface="Arial"/>
                <a:cs typeface="Arial"/>
              </a:defRPr>
            </a:lvl5pPr>
            <a:lvl6pPr algn="l">
              <a:defRPr sz="1350" b="1">
                <a:solidFill>
                  <a:srgbClr val="101D26"/>
                </a:solidFill>
                <a:latin typeface="Arial"/>
                <a:ea typeface="Arial"/>
                <a:cs typeface="Arial"/>
              </a:defRPr>
            </a:lvl6pPr>
            <a:lvl7pPr algn="l">
              <a:defRPr sz="1350" b="1">
                <a:solidFill>
                  <a:srgbClr val="101D26"/>
                </a:solidFill>
                <a:latin typeface="Arial"/>
                <a:ea typeface="Arial"/>
                <a:cs typeface="Arial"/>
              </a:defRPr>
            </a:lvl7pPr>
            <a:lvl8pPr algn="l">
              <a:defRPr sz="1350" b="1">
                <a:solidFill>
                  <a:srgbClr val="101D26"/>
                </a:solidFill>
                <a:latin typeface="Arial"/>
                <a:ea typeface="Arial"/>
                <a:cs typeface="Arial"/>
              </a:defRPr>
            </a:lvl8pPr>
            <a:lvl9pPr algn="l">
              <a:defRPr sz="1350" b="1">
                <a:solidFill>
                  <a:srgbClr val="101D26"/>
                </a:solidFill>
                <a:latin typeface="Arial"/>
                <a:ea typeface="Arial"/>
                <a:cs typeface="Arial"/>
              </a:defRPr>
            </a:lvl9pPr>
          </a:lstStyle>
          <a:p xmlns:a="http://schemas.openxmlformats.org/drawingml/2006/main">
            <a:pPr algn="l">
              <a:defRPr sz="1350" b="1">
                <a:solidFill>
                  <a:srgbClr val="101D26"/>
                </a:solidFill>
                <a:latin typeface="Arial"/>
                <a:ea typeface="Arial"/>
                <a:cs typeface="Arial"/>
              </a:defRPr>
            </a:pPr>
            <a:r>
              <a:rPr sz="1350" b="1">
                <a:solidFill>
                  <a:srgbClr val="101D26"/>
                </a:solidFill>
                <a:latin typeface="Arial"/>
                <a:ea typeface="Arial"/>
                <a:cs typeface="Arial"/>
              </a:rPr>
              <a:t>Event hash: H3</a:t>
            </a:r>
          </a:p>
        </p:txBody>
      </p:sp>
      <p:sp>
        <p:nvSpPr>
          <p:cNvPr id="20" name="">
            <a:extLst xmlns:a="http://schemas.openxmlformats.org/drawingml/2006/main">
              <a:ext uri="{FF2B5EF4-FFF2-40B4-BE49-F238E27FC236}">
                <a16:creationId xmlns:a16="http://schemas.microsoft.com/office/drawing/2014/main" id="{6A1C85C7-E3B5-41EC-8AE2-EB77C065F539}"/>
              </a:ext>
            </a:extLst>
          </p:cNvPr>
          <p:cNvSpPr>
            <a:spLocks xmlns:a="http://schemas.openxmlformats.org/drawingml/2006/main" noGrp="1"/>
          </p:cNvSpPr>
          <p:nvPr/>
        </p:nvSpPr>
        <p:spPr>
          <a:xfrm xmlns:a="http://schemas.openxmlformats.org/drawingml/2006/main">
            <a:off x="904875" y="44767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42B"/>
                </a:solidFill>
                <a:latin typeface="Arial"/>
                <a:ea typeface="Arial"/>
                <a:cs typeface="Arial"/>
              </a:defRPr>
            </a:defPPr>
            <a:lvl1pPr algn="l">
              <a:defRPr sz="1500" b="0">
                <a:solidFill>
                  <a:srgbClr val="18242B"/>
                </a:solidFill>
                <a:latin typeface="Arial"/>
                <a:ea typeface="Arial"/>
                <a:cs typeface="Arial"/>
              </a:defRPr>
            </a:lvl1pPr>
            <a:lvl2pPr algn="l">
              <a:defRPr sz="1500" b="0">
                <a:solidFill>
                  <a:srgbClr val="18242B"/>
                </a:solidFill>
                <a:latin typeface="Arial"/>
                <a:ea typeface="Arial"/>
                <a:cs typeface="Arial"/>
              </a:defRPr>
            </a:lvl2pPr>
            <a:lvl3pPr algn="l">
              <a:defRPr sz="1500" b="0">
                <a:solidFill>
                  <a:srgbClr val="18242B"/>
                </a:solidFill>
                <a:latin typeface="Arial"/>
                <a:ea typeface="Arial"/>
                <a:cs typeface="Arial"/>
              </a:defRPr>
            </a:lvl3pPr>
            <a:lvl4pPr algn="l">
              <a:defRPr sz="1500" b="0">
                <a:solidFill>
                  <a:srgbClr val="18242B"/>
                </a:solidFill>
                <a:latin typeface="Arial"/>
                <a:ea typeface="Arial"/>
                <a:cs typeface="Arial"/>
              </a:defRPr>
            </a:lvl4pPr>
            <a:lvl5pPr algn="l">
              <a:defRPr sz="1500" b="0">
                <a:solidFill>
                  <a:srgbClr val="18242B"/>
                </a:solidFill>
                <a:latin typeface="Arial"/>
                <a:ea typeface="Arial"/>
                <a:cs typeface="Arial"/>
              </a:defRPr>
            </a:lvl5pPr>
            <a:lvl6pPr algn="l">
              <a:defRPr sz="1500" b="0">
                <a:solidFill>
                  <a:srgbClr val="18242B"/>
                </a:solidFill>
                <a:latin typeface="Arial"/>
                <a:ea typeface="Arial"/>
                <a:cs typeface="Arial"/>
              </a:defRPr>
            </a:lvl6pPr>
            <a:lvl7pPr algn="l">
              <a:defRPr sz="1500" b="0">
                <a:solidFill>
                  <a:srgbClr val="18242B"/>
                </a:solidFill>
                <a:latin typeface="Arial"/>
                <a:ea typeface="Arial"/>
                <a:cs typeface="Arial"/>
              </a:defRPr>
            </a:lvl7pPr>
            <a:lvl8pPr algn="l">
              <a:defRPr sz="1500" b="0">
                <a:solidFill>
                  <a:srgbClr val="18242B"/>
                </a:solidFill>
                <a:latin typeface="Arial"/>
                <a:ea typeface="Arial"/>
                <a:cs typeface="Arial"/>
              </a:defRPr>
            </a:lvl8pPr>
            <a:lvl9pPr algn="l">
              <a:defRPr sz="1500" b="0">
                <a:solidFill>
                  <a:srgbClr val="18242B"/>
                </a:solidFill>
                <a:latin typeface="Arial"/>
                <a:ea typeface="Arial"/>
                <a:cs typeface="Arial"/>
              </a:defRPr>
            </a:lvl9pPr>
          </a:lstStyle>
          <a:p xmlns:a="http://schemas.openxmlformats.org/drawingml/2006/main">
            <a:pPr algn="l">
              <a:defRPr sz="1500" b="0">
                <a:solidFill>
                  <a:srgbClr val="18242B"/>
                </a:solidFill>
                <a:latin typeface="Arial"/>
                <a:ea typeface="Arial"/>
                <a:cs typeface="Arial"/>
              </a:defRPr>
            </a:pPr>
            <a:r>
              <a:rPr sz="1500" b="0">
                <a:solidFill>
                  <a:srgbClr val="18242B"/>
                </a:solidFill>
                <a:latin typeface="Arial"/>
                <a:ea typeface="Arial"/>
                <a:cs typeface="Arial"/>
              </a:rPr>
              <a:t>An event records an action, actor label, timestamp, description, evidence hash, previous hash, and current hash.</a:t>
            </a:r>
          </a:p>
        </p:txBody>
      </p:sp>
      <p:sp>
        <p:nvSpPr>
          <p:cNvPr id="21" name="">
            <a:extLst xmlns:a="http://schemas.openxmlformats.org/drawingml/2006/main">
              <a:ext uri="{FF2B5EF4-FFF2-40B4-BE49-F238E27FC236}">
                <a16:creationId xmlns:a16="http://schemas.microsoft.com/office/drawing/2014/main" id="{A34D7130-FB2F-40DF-83D0-2F38F2D89717}"/>
              </a:ext>
            </a:extLst>
          </p:cNvPr>
          <p:cNvSpPr>
            <a:spLocks xmlns:a="http://schemas.openxmlformats.org/drawingml/2006/main" noGrp="1"/>
          </p:cNvSpPr>
          <p:nvPr/>
        </p:nvSpPr>
        <p:spPr>
          <a:xfrm xmlns:a="http://schemas.openxmlformats.org/drawingml/2006/main">
            <a:off x="904875" y="5038725"/>
            <a:ext cx="9810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66757D"/>
                </a:solidFill>
                <a:latin typeface="Arial"/>
                <a:ea typeface="Arial"/>
                <a:cs typeface="Arial"/>
              </a:defRPr>
            </a:defPPr>
            <a:lvl1pPr algn="l">
              <a:defRPr sz="1350" b="0">
                <a:solidFill>
                  <a:srgbClr val="66757D"/>
                </a:solidFill>
                <a:latin typeface="Arial"/>
                <a:ea typeface="Arial"/>
                <a:cs typeface="Arial"/>
              </a:defRPr>
            </a:lvl1pPr>
            <a:lvl2pPr algn="l">
              <a:defRPr sz="1350" b="0">
                <a:solidFill>
                  <a:srgbClr val="66757D"/>
                </a:solidFill>
                <a:latin typeface="Arial"/>
                <a:ea typeface="Arial"/>
                <a:cs typeface="Arial"/>
              </a:defRPr>
            </a:lvl2pPr>
            <a:lvl3pPr algn="l">
              <a:defRPr sz="1350" b="0">
                <a:solidFill>
                  <a:srgbClr val="66757D"/>
                </a:solidFill>
                <a:latin typeface="Arial"/>
                <a:ea typeface="Arial"/>
                <a:cs typeface="Arial"/>
              </a:defRPr>
            </a:lvl3pPr>
            <a:lvl4pPr algn="l">
              <a:defRPr sz="1350" b="0">
                <a:solidFill>
                  <a:srgbClr val="66757D"/>
                </a:solidFill>
                <a:latin typeface="Arial"/>
                <a:ea typeface="Arial"/>
                <a:cs typeface="Arial"/>
              </a:defRPr>
            </a:lvl4pPr>
            <a:lvl5pPr algn="l">
              <a:defRPr sz="1350" b="0">
                <a:solidFill>
                  <a:srgbClr val="66757D"/>
                </a:solidFill>
                <a:latin typeface="Arial"/>
                <a:ea typeface="Arial"/>
                <a:cs typeface="Arial"/>
              </a:defRPr>
            </a:lvl5pPr>
            <a:lvl6pPr algn="l">
              <a:defRPr sz="1350" b="0">
                <a:solidFill>
                  <a:srgbClr val="66757D"/>
                </a:solidFill>
                <a:latin typeface="Arial"/>
                <a:ea typeface="Arial"/>
                <a:cs typeface="Arial"/>
              </a:defRPr>
            </a:lvl6pPr>
            <a:lvl7pPr algn="l">
              <a:defRPr sz="1350" b="0">
                <a:solidFill>
                  <a:srgbClr val="66757D"/>
                </a:solidFill>
                <a:latin typeface="Arial"/>
                <a:ea typeface="Arial"/>
                <a:cs typeface="Arial"/>
              </a:defRPr>
            </a:lvl7pPr>
            <a:lvl8pPr algn="l">
              <a:defRPr sz="1350" b="0">
                <a:solidFill>
                  <a:srgbClr val="66757D"/>
                </a:solidFill>
                <a:latin typeface="Arial"/>
                <a:ea typeface="Arial"/>
                <a:cs typeface="Arial"/>
              </a:defRPr>
            </a:lvl8pPr>
            <a:lvl9pPr algn="l">
              <a:defRPr sz="1350" b="0">
                <a:solidFill>
                  <a:srgbClr val="66757D"/>
                </a:solidFill>
                <a:latin typeface="Arial"/>
                <a:ea typeface="Arial"/>
                <a:cs typeface="Arial"/>
              </a:defRPr>
            </a:lvl9pPr>
          </a:lstStyle>
          <a:p xmlns:a="http://schemas.openxmlformats.org/drawingml/2006/main">
            <a:pPr algn="l">
              <a:defRPr sz="1350" b="0">
                <a:solidFill>
                  <a:srgbClr val="66757D"/>
                </a:solidFill>
                <a:latin typeface="Arial"/>
                <a:ea typeface="Arial"/>
                <a:cs typeface="Arial"/>
              </a:defRPr>
            </a:pPr>
            <a:r>
              <a:rPr sz="1350" b="0">
                <a:solidFill>
                  <a:srgbClr val="66757D"/>
                </a:solidFill>
                <a:latin typeface="Arial"/>
                <a:ea typeface="Arial"/>
                <a:cs typeface="Arial"/>
              </a:rPr>
              <a:t>In this MVP, the sequence is stored in browser data. A person who can edit that data can also replace the hashes, so the record is tamper-evident only when compared with a separately protected reference.</a:t>
            </a:r>
          </a:p>
        </p:txBody>
      </p:sp>
      <p:sp>
        <p:nvSpPr>
          <p:cNvPr id="22" name="">
            <a:extLst xmlns:a="http://schemas.openxmlformats.org/drawingml/2006/main">
              <a:ext uri="{FF2B5EF4-FFF2-40B4-BE49-F238E27FC236}">
                <a16:creationId xmlns:a16="http://schemas.microsoft.com/office/drawing/2014/main" id="{BEA9FD0B-A9DA-44C8-ABF7-0471AAE29F7A}"/>
              </a:ext>
            </a:extLst>
          </p:cNvPr>
          <p:cNvSpPr>
            <a:spLocks xmlns:a="http://schemas.openxmlformats.org/drawingml/2006/main" noGrp="1"/>
          </p:cNvSpPr>
          <p:nvPr/>
        </p:nvSpPr>
        <p:spPr>
          <a:xfrm xmlns:a="http://schemas.openxmlformats.org/drawingml/2006/main">
            <a:off x="762000" y="6496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78858A"/>
                </a:solidFill>
                <a:latin typeface="Arial"/>
                <a:ea typeface="Arial"/>
                <a:cs typeface="Arial"/>
              </a:defRPr>
            </a:defPPr>
            <a:lvl1pPr algn="l">
              <a:defRPr sz="900" b="1">
                <a:solidFill>
                  <a:srgbClr val="78858A"/>
                </a:solidFill>
                <a:latin typeface="Arial"/>
                <a:ea typeface="Arial"/>
                <a:cs typeface="Arial"/>
              </a:defRPr>
            </a:lvl1pPr>
            <a:lvl2pPr algn="l">
              <a:defRPr sz="900" b="1">
                <a:solidFill>
                  <a:srgbClr val="78858A"/>
                </a:solidFill>
                <a:latin typeface="Arial"/>
                <a:ea typeface="Arial"/>
                <a:cs typeface="Arial"/>
              </a:defRPr>
            </a:lvl2pPr>
            <a:lvl3pPr algn="l">
              <a:defRPr sz="900" b="1">
                <a:solidFill>
                  <a:srgbClr val="78858A"/>
                </a:solidFill>
                <a:latin typeface="Arial"/>
                <a:ea typeface="Arial"/>
                <a:cs typeface="Arial"/>
              </a:defRPr>
            </a:lvl3pPr>
            <a:lvl4pPr algn="l">
              <a:defRPr sz="900" b="1">
                <a:solidFill>
                  <a:srgbClr val="78858A"/>
                </a:solidFill>
                <a:latin typeface="Arial"/>
                <a:ea typeface="Arial"/>
                <a:cs typeface="Arial"/>
              </a:defRPr>
            </a:lvl4pPr>
            <a:lvl5pPr algn="l">
              <a:defRPr sz="900" b="1">
                <a:solidFill>
                  <a:srgbClr val="78858A"/>
                </a:solidFill>
                <a:latin typeface="Arial"/>
                <a:ea typeface="Arial"/>
                <a:cs typeface="Arial"/>
              </a:defRPr>
            </a:lvl5pPr>
            <a:lvl6pPr algn="l">
              <a:defRPr sz="900" b="1">
                <a:solidFill>
                  <a:srgbClr val="78858A"/>
                </a:solidFill>
                <a:latin typeface="Arial"/>
                <a:ea typeface="Arial"/>
                <a:cs typeface="Arial"/>
              </a:defRPr>
            </a:lvl6pPr>
            <a:lvl7pPr algn="l">
              <a:defRPr sz="900" b="1">
                <a:solidFill>
                  <a:srgbClr val="78858A"/>
                </a:solidFill>
                <a:latin typeface="Arial"/>
                <a:ea typeface="Arial"/>
                <a:cs typeface="Arial"/>
              </a:defRPr>
            </a:lvl7pPr>
            <a:lvl8pPr algn="l">
              <a:defRPr sz="900" b="1">
                <a:solidFill>
                  <a:srgbClr val="78858A"/>
                </a:solidFill>
                <a:latin typeface="Arial"/>
                <a:ea typeface="Arial"/>
                <a:cs typeface="Arial"/>
              </a:defRPr>
            </a:lvl8pPr>
            <a:lvl9pPr algn="l">
              <a:defRPr sz="900" b="1">
                <a:solidFill>
                  <a:srgbClr val="78858A"/>
                </a:solidFill>
                <a:latin typeface="Arial"/>
                <a:ea typeface="Arial"/>
                <a:cs typeface="Arial"/>
              </a:defRPr>
            </a:lvl9pPr>
          </a:lstStyle>
          <a:p xmlns:a="http://schemas.openxmlformats.org/drawingml/2006/main">
            <a:pPr algn="l">
              <a:defRPr sz="900" b="1">
                <a:solidFill>
                  <a:srgbClr val="78858A"/>
                </a:solidFill>
                <a:latin typeface="Arial"/>
                <a:ea typeface="Arial"/>
                <a:cs typeface="Arial"/>
              </a:defRPr>
            </a:pPr>
            <a:r>
              <a:rPr sz="900" b="1">
                <a:solidFill>
                  <a:srgbClr val="78858A"/>
                </a:solidFill>
                <a:latin typeface="Arial"/>
                <a:ea typeface="Arial"/>
                <a:cs typeface="Arial"/>
              </a:rPr>
              <a:t>PROOFCASE  /  DIGITAL EVIDENCE VAULT</a:t>
            </a:r>
          </a:p>
        </p:txBody>
      </p:sp>
      <p:sp>
        <p:nvSpPr>
          <p:cNvPr id="23" name="">
            <a:extLst xmlns:a="http://schemas.openxmlformats.org/drawingml/2006/main">
              <a:ext uri="{FF2B5EF4-FFF2-40B4-BE49-F238E27FC236}">
                <a16:creationId xmlns:a16="http://schemas.microsoft.com/office/drawing/2014/main" id="{E8627CAD-4E6F-4562-940B-31EB29B351C0}"/>
              </a:ext>
            </a:extLst>
          </p:cNvPr>
          <p:cNvSpPr>
            <a:spLocks xmlns:a="http://schemas.openxmlformats.org/drawingml/2006/main" noGrp="1"/>
          </p:cNvSpPr>
          <p:nvPr/>
        </p:nvSpPr>
        <p:spPr>
          <a:xfrm xmlns:a="http://schemas.openxmlformats.org/drawingml/2006/main">
            <a:off x="10668000" y="649605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78858A"/>
                </a:solidFill>
                <a:latin typeface="Arial"/>
                <a:ea typeface="Arial"/>
                <a:cs typeface="Arial"/>
              </a:defRPr>
            </a:defPPr>
            <a:lvl1pPr algn="r">
              <a:defRPr sz="900" b="0">
                <a:solidFill>
                  <a:srgbClr val="78858A"/>
                </a:solidFill>
                <a:latin typeface="Arial"/>
                <a:ea typeface="Arial"/>
                <a:cs typeface="Arial"/>
              </a:defRPr>
            </a:lvl1pPr>
            <a:lvl2pPr algn="r">
              <a:defRPr sz="900" b="0">
                <a:solidFill>
                  <a:srgbClr val="78858A"/>
                </a:solidFill>
                <a:latin typeface="Arial"/>
                <a:ea typeface="Arial"/>
                <a:cs typeface="Arial"/>
              </a:defRPr>
            </a:lvl2pPr>
            <a:lvl3pPr algn="r">
              <a:defRPr sz="900" b="0">
                <a:solidFill>
                  <a:srgbClr val="78858A"/>
                </a:solidFill>
                <a:latin typeface="Arial"/>
                <a:ea typeface="Arial"/>
                <a:cs typeface="Arial"/>
              </a:defRPr>
            </a:lvl3pPr>
            <a:lvl4pPr algn="r">
              <a:defRPr sz="900" b="0">
                <a:solidFill>
                  <a:srgbClr val="78858A"/>
                </a:solidFill>
                <a:latin typeface="Arial"/>
                <a:ea typeface="Arial"/>
                <a:cs typeface="Arial"/>
              </a:defRPr>
            </a:lvl4pPr>
            <a:lvl5pPr algn="r">
              <a:defRPr sz="900" b="0">
                <a:solidFill>
                  <a:srgbClr val="78858A"/>
                </a:solidFill>
                <a:latin typeface="Arial"/>
                <a:ea typeface="Arial"/>
                <a:cs typeface="Arial"/>
              </a:defRPr>
            </a:lvl5pPr>
            <a:lvl6pPr algn="r">
              <a:defRPr sz="900" b="0">
                <a:solidFill>
                  <a:srgbClr val="78858A"/>
                </a:solidFill>
                <a:latin typeface="Arial"/>
                <a:ea typeface="Arial"/>
                <a:cs typeface="Arial"/>
              </a:defRPr>
            </a:lvl6pPr>
            <a:lvl7pPr algn="r">
              <a:defRPr sz="900" b="0">
                <a:solidFill>
                  <a:srgbClr val="78858A"/>
                </a:solidFill>
                <a:latin typeface="Arial"/>
                <a:ea typeface="Arial"/>
                <a:cs typeface="Arial"/>
              </a:defRPr>
            </a:lvl7pPr>
            <a:lvl8pPr algn="r">
              <a:defRPr sz="900" b="0">
                <a:solidFill>
                  <a:srgbClr val="78858A"/>
                </a:solidFill>
                <a:latin typeface="Arial"/>
                <a:ea typeface="Arial"/>
                <a:cs typeface="Arial"/>
              </a:defRPr>
            </a:lvl8pPr>
            <a:lvl9pPr algn="r">
              <a:defRPr sz="900" b="0">
                <a:solidFill>
                  <a:srgbClr val="78858A"/>
                </a:solidFill>
                <a:latin typeface="Arial"/>
                <a:ea typeface="Arial"/>
                <a:cs typeface="Arial"/>
              </a:defRPr>
            </a:lvl9pPr>
          </a:lstStyle>
          <a:p xmlns:a="http://schemas.openxmlformats.org/drawingml/2006/main">
            <a:pPr algn="r">
              <a:defRPr sz="900" b="0">
                <a:solidFill>
                  <a:srgbClr val="78858A"/>
                </a:solidFill>
                <a:latin typeface="Arial"/>
                <a:ea typeface="Arial"/>
                <a:cs typeface="Arial"/>
              </a:defRPr>
            </a:pPr>
            <a:r>
              <a:rPr sz="900" b="0">
                <a:solidFill>
                  <a:srgbClr val="78858A"/>
                </a:solidFill>
                <a:latin typeface="Arial"/>
                <a:ea typeface="Arial"/>
                <a:cs typeface="Arial"/>
              </a:rPr>
              <a:t>06 / 10</a:t>
            </a:r>
          </a:p>
        </p:txBody>
      </p:sp>
    </p:spTree>
    <p:extLst>
      <p:ext uri="{BB962C8B-B14F-4D97-AF65-F5344CB8AC3E}">
        <p14:creationId xmlns:p14="http://schemas.microsoft.com/office/powerpoint/2010/main" val="9677034"/>
      </p:ext>
    </p:extLst>
  </p:cSld>
</p:sld>
</file>

<file path=ppt/slides/slide7.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E19F091-8AF2-462A-82D5-2648505512C4}"/>
              </a:ext>
            </a:extLst>
          </p:cNvPr>
          <p:cNvSpPr>
            <a:spLocks xmlns:a="http://schemas.openxmlformats.org/drawingml/2006/main" noGrp="1"/>
          </p:cNvSpPr>
          <p:nvPr/>
        </p:nvSpPr>
        <p:spPr>
          <a:xfrm xmlns:a="http://schemas.openxmlformats.org/drawingml/2006/main">
            <a:off x="762000" y="638175"/>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01D26"/>
                </a:solidFill>
                <a:latin typeface="Arial"/>
                <a:ea typeface="Arial"/>
                <a:cs typeface="Arial"/>
              </a:defRPr>
            </a:defPPr>
            <a:lvl1pPr algn="l">
              <a:defRPr sz="3225" b="1">
                <a:solidFill>
                  <a:srgbClr val="101D26"/>
                </a:solidFill>
                <a:latin typeface="Arial"/>
                <a:ea typeface="Arial"/>
                <a:cs typeface="Arial"/>
              </a:defRPr>
            </a:lvl1pPr>
            <a:lvl2pPr algn="l">
              <a:defRPr sz="3225" b="1">
                <a:solidFill>
                  <a:srgbClr val="101D26"/>
                </a:solidFill>
                <a:latin typeface="Arial"/>
                <a:ea typeface="Arial"/>
                <a:cs typeface="Arial"/>
              </a:defRPr>
            </a:lvl2pPr>
            <a:lvl3pPr algn="l">
              <a:defRPr sz="3225" b="1">
                <a:solidFill>
                  <a:srgbClr val="101D26"/>
                </a:solidFill>
                <a:latin typeface="Arial"/>
                <a:ea typeface="Arial"/>
                <a:cs typeface="Arial"/>
              </a:defRPr>
            </a:lvl3pPr>
            <a:lvl4pPr algn="l">
              <a:defRPr sz="3225" b="1">
                <a:solidFill>
                  <a:srgbClr val="101D26"/>
                </a:solidFill>
                <a:latin typeface="Arial"/>
                <a:ea typeface="Arial"/>
                <a:cs typeface="Arial"/>
              </a:defRPr>
            </a:lvl4pPr>
            <a:lvl5pPr algn="l">
              <a:defRPr sz="3225" b="1">
                <a:solidFill>
                  <a:srgbClr val="101D26"/>
                </a:solidFill>
                <a:latin typeface="Arial"/>
                <a:ea typeface="Arial"/>
                <a:cs typeface="Arial"/>
              </a:defRPr>
            </a:lvl5pPr>
            <a:lvl6pPr algn="l">
              <a:defRPr sz="3225" b="1">
                <a:solidFill>
                  <a:srgbClr val="101D26"/>
                </a:solidFill>
                <a:latin typeface="Arial"/>
                <a:ea typeface="Arial"/>
                <a:cs typeface="Arial"/>
              </a:defRPr>
            </a:lvl6pPr>
            <a:lvl7pPr algn="l">
              <a:defRPr sz="3225" b="1">
                <a:solidFill>
                  <a:srgbClr val="101D26"/>
                </a:solidFill>
                <a:latin typeface="Arial"/>
                <a:ea typeface="Arial"/>
                <a:cs typeface="Arial"/>
              </a:defRPr>
            </a:lvl7pPr>
            <a:lvl8pPr algn="l">
              <a:defRPr sz="3225" b="1">
                <a:solidFill>
                  <a:srgbClr val="101D26"/>
                </a:solidFill>
                <a:latin typeface="Arial"/>
                <a:ea typeface="Arial"/>
                <a:cs typeface="Arial"/>
              </a:defRPr>
            </a:lvl8pPr>
            <a:lvl9pPr algn="l">
              <a:defRPr sz="3225" b="1">
                <a:solidFill>
                  <a:srgbClr val="101D26"/>
                </a:solidFill>
                <a:latin typeface="Arial"/>
                <a:ea typeface="Arial"/>
                <a:cs typeface="Arial"/>
              </a:defRPr>
            </a:lvl9pPr>
          </a:lstStyle>
          <a:p xmlns:a="http://schemas.openxmlformats.org/drawingml/2006/main">
            <a:pPr algn="l">
              <a:defRPr sz="3225" b="1">
                <a:solidFill>
                  <a:srgbClr val="101D26"/>
                </a:solidFill>
                <a:latin typeface="Arial"/>
                <a:ea typeface="Arial"/>
                <a:cs typeface="Arial"/>
              </a:defRPr>
            </a:pPr>
            <a:r>
              <a:rPr sz="3225" b="1">
                <a:solidFill>
                  <a:srgbClr val="101D26"/>
                </a:solidFill>
                <a:latin typeface="Arial"/>
                <a:ea typeface="Arial"/>
                <a:cs typeface="Arial"/>
              </a:rPr>
              <a:t>What an evidence record contains</a:t>
            </a:r>
          </a:p>
        </p:txBody>
      </p:sp>
      <p:sp>
        <p:nvSpPr>
          <p:cNvPr id="2" name="">
            <a:extLst xmlns:a="http://schemas.openxmlformats.org/drawingml/2006/main">
              <a:ext uri="{FF2B5EF4-FFF2-40B4-BE49-F238E27FC236}">
                <a16:creationId xmlns:a16="http://schemas.microsoft.com/office/drawing/2014/main" id="{527242F7-8FB0-4269-80B1-EEF300DAEB5F}"/>
              </a:ext>
            </a:extLst>
          </p:cNvPr>
          <p:cNvSpPr>
            <a:spLocks xmlns:a="http://schemas.openxmlformats.org/drawingml/2006/main" noGrp="1"/>
          </p:cNvSpPr>
          <p:nvPr/>
        </p:nvSpPr>
        <p:spPr>
          <a:xfrm xmlns:a="http://schemas.openxmlformats.org/drawingml/2006/main">
            <a:off x="781050" y="12573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6757D"/>
                </a:solidFill>
                <a:latin typeface="Arial"/>
                <a:ea typeface="Arial"/>
                <a:cs typeface="Arial"/>
              </a:defRPr>
            </a:defPPr>
            <a:lvl1pPr algn="l">
              <a:defRPr sz="1575" b="0">
                <a:solidFill>
                  <a:srgbClr val="66757D"/>
                </a:solidFill>
                <a:latin typeface="Arial"/>
                <a:ea typeface="Arial"/>
                <a:cs typeface="Arial"/>
              </a:defRPr>
            </a:lvl1pPr>
            <a:lvl2pPr algn="l">
              <a:defRPr sz="1575" b="0">
                <a:solidFill>
                  <a:srgbClr val="66757D"/>
                </a:solidFill>
                <a:latin typeface="Arial"/>
                <a:ea typeface="Arial"/>
                <a:cs typeface="Arial"/>
              </a:defRPr>
            </a:lvl2pPr>
            <a:lvl3pPr algn="l">
              <a:defRPr sz="1575" b="0">
                <a:solidFill>
                  <a:srgbClr val="66757D"/>
                </a:solidFill>
                <a:latin typeface="Arial"/>
                <a:ea typeface="Arial"/>
                <a:cs typeface="Arial"/>
              </a:defRPr>
            </a:lvl3pPr>
            <a:lvl4pPr algn="l">
              <a:defRPr sz="1575" b="0">
                <a:solidFill>
                  <a:srgbClr val="66757D"/>
                </a:solidFill>
                <a:latin typeface="Arial"/>
                <a:ea typeface="Arial"/>
                <a:cs typeface="Arial"/>
              </a:defRPr>
            </a:lvl4pPr>
            <a:lvl5pPr algn="l">
              <a:defRPr sz="1575" b="0">
                <a:solidFill>
                  <a:srgbClr val="66757D"/>
                </a:solidFill>
                <a:latin typeface="Arial"/>
                <a:ea typeface="Arial"/>
                <a:cs typeface="Arial"/>
              </a:defRPr>
            </a:lvl5pPr>
            <a:lvl6pPr algn="l">
              <a:defRPr sz="1575" b="0">
                <a:solidFill>
                  <a:srgbClr val="66757D"/>
                </a:solidFill>
                <a:latin typeface="Arial"/>
                <a:ea typeface="Arial"/>
                <a:cs typeface="Arial"/>
              </a:defRPr>
            </a:lvl6pPr>
            <a:lvl7pPr algn="l">
              <a:defRPr sz="1575" b="0">
                <a:solidFill>
                  <a:srgbClr val="66757D"/>
                </a:solidFill>
                <a:latin typeface="Arial"/>
                <a:ea typeface="Arial"/>
                <a:cs typeface="Arial"/>
              </a:defRPr>
            </a:lvl7pPr>
            <a:lvl8pPr algn="l">
              <a:defRPr sz="1575" b="0">
                <a:solidFill>
                  <a:srgbClr val="66757D"/>
                </a:solidFill>
                <a:latin typeface="Arial"/>
                <a:ea typeface="Arial"/>
                <a:cs typeface="Arial"/>
              </a:defRPr>
            </a:lvl8pPr>
            <a:lvl9pPr algn="l">
              <a:defRPr sz="1575" b="0">
                <a:solidFill>
                  <a:srgbClr val="66757D"/>
                </a:solidFill>
                <a:latin typeface="Arial"/>
                <a:ea typeface="Arial"/>
                <a:cs typeface="Arial"/>
              </a:defRPr>
            </a:lvl9pPr>
          </a:lstStyle>
          <a:p xmlns:a="http://schemas.openxmlformats.org/drawingml/2006/main">
            <a:pPr algn="l">
              <a:defRPr sz="1575" b="0">
                <a:solidFill>
                  <a:srgbClr val="66757D"/>
                </a:solidFill>
                <a:latin typeface="Arial"/>
                <a:ea typeface="Arial"/>
                <a:cs typeface="Arial"/>
              </a:defRPr>
            </a:pPr>
            <a:r>
              <a:rPr sz="1575" b="0">
                <a:solidFill>
                  <a:srgbClr val="66757D"/>
                </a:solidFill>
                <a:latin typeface="Arial"/>
                <a:ea typeface="Arial"/>
                <a:cs typeface="Arial"/>
              </a:rPr>
              <a:t>The record keeps case context beside the file fingerprint and custody trail.</a:t>
            </a:r>
          </a:p>
        </p:txBody>
      </p:sp>
      <p:sp>
        <p:nvSpPr>
          <p:cNvPr id="3" name="record-schema">
            <a:extLst xmlns:a="http://schemas.openxmlformats.org/drawingml/2006/main">
              <a:ext uri="{FF2B5EF4-FFF2-40B4-BE49-F238E27FC236}">
                <a16:creationId xmlns:a16="http://schemas.microsoft.com/office/drawing/2014/main" id="{651FE763-1528-46AE-BFFC-016B5BBB2B7C}"/>
              </a:ext>
            </a:extLst>
          </p:cNvPr>
          <p:cNvSpPr>
            <a:spLocks xmlns:a="http://schemas.openxmlformats.org/drawingml/2006/main" noGrp="1"/>
          </p:cNvSpPr>
          <p:nvPr/>
        </p:nvSpPr>
        <p:spPr>
          <a:xfrm xmlns:a="http://schemas.openxmlformats.org/drawingml/2006/main">
            <a:off x="781050" y="2076450"/>
            <a:ext cx="5619750" cy="3476625"/>
          </a:xfrm>
          <a:prstGeom xmlns:a="http://schemas.openxmlformats.org/drawingml/2006/main" prst="roundRect">
            <a:avLst>
              <a:gd name="adj" fmla="val 1370"/>
            </a:avLst>
          </a:prstGeom>
          <a:solidFill xmlns:a="http://schemas.openxmlformats.org/drawingml/2006/main">
            <a:srgbClr val="101D2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8FC68BB-0CD5-4FB5-9B3F-FD4A38919FAB}"/>
              </a:ext>
            </a:extLst>
          </p:cNvPr>
          <p:cNvSpPr>
            <a:spLocks xmlns:a="http://schemas.openxmlformats.org/drawingml/2006/main" noGrp="1"/>
          </p:cNvSpPr>
          <p:nvPr/>
        </p:nvSpPr>
        <p:spPr>
          <a:xfrm xmlns:a="http://schemas.openxmlformats.org/drawingml/2006/main">
            <a:off x="1028700" y="2295525"/>
            <a:ext cx="504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5C4A8"/>
                </a:solidFill>
                <a:latin typeface="Arial"/>
                <a:ea typeface="Arial"/>
                <a:cs typeface="Arial"/>
              </a:defRPr>
            </a:defPPr>
            <a:lvl1pPr algn="l">
              <a:defRPr sz="1050" b="1">
                <a:solidFill>
                  <a:srgbClr val="25C4A8"/>
                </a:solidFill>
                <a:latin typeface="Arial"/>
                <a:ea typeface="Arial"/>
                <a:cs typeface="Arial"/>
              </a:defRPr>
            </a:lvl1pPr>
            <a:lvl2pPr algn="l">
              <a:defRPr sz="1050" b="1">
                <a:solidFill>
                  <a:srgbClr val="25C4A8"/>
                </a:solidFill>
                <a:latin typeface="Arial"/>
                <a:ea typeface="Arial"/>
                <a:cs typeface="Arial"/>
              </a:defRPr>
            </a:lvl2pPr>
            <a:lvl3pPr algn="l">
              <a:defRPr sz="1050" b="1">
                <a:solidFill>
                  <a:srgbClr val="25C4A8"/>
                </a:solidFill>
                <a:latin typeface="Arial"/>
                <a:ea typeface="Arial"/>
                <a:cs typeface="Arial"/>
              </a:defRPr>
            </a:lvl3pPr>
            <a:lvl4pPr algn="l">
              <a:defRPr sz="1050" b="1">
                <a:solidFill>
                  <a:srgbClr val="25C4A8"/>
                </a:solidFill>
                <a:latin typeface="Arial"/>
                <a:ea typeface="Arial"/>
                <a:cs typeface="Arial"/>
              </a:defRPr>
            </a:lvl4pPr>
            <a:lvl5pPr algn="l">
              <a:defRPr sz="1050" b="1">
                <a:solidFill>
                  <a:srgbClr val="25C4A8"/>
                </a:solidFill>
                <a:latin typeface="Arial"/>
                <a:ea typeface="Arial"/>
                <a:cs typeface="Arial"/>
              </a:defRPr>
            </a:lvl5pPr>
            <a:lvl6pPr algn="l">
              <a:defRPr sz="1050" b="1">
                <a:solidFill>
                  <a:srgbClr val="25C4A8"/>
                </a:solidFill>
                <a:latin typeface="Arial"/>
                <a:ea typeface="Arial"/>
                <a:cs typeface="Arial"/>
              </a:defRPr>
            </a:lvl6pPr>
            <a:lvl7pPr algn="l">
              <a:defRPr sz="1050" b="1">
                <a:solidFill>
                  <a:srgbClr val="25C4A8"/>
                </a:solidFill>
                <a:latin typeface="Arial"/>
                <a:ea typeface="Arial"/>
                <a:cs typeface="Arial"/>
              </a:defRPr>
            </a:lvl7pPr>
            <a:lvl8pPr algn="l">
              <a:defRPr sz="1050" b="1">
                <a:solidFill>
                  <a:srgbClr val="25C4A8"/>
                </a:solidFill>
                <a:latin typeface="Arial"/>
                <a:ea typeface="Arial"/>
                <a:cs typeface="Arial"/>
              </a:defRPr>
            </a:lvl8pPr>
            <a:lvl9pPr algn="l">
              <a:defRPr sz="1050" b="1">
                <a:solidFill>
                  <a:srgbClr val="25C4A8"/>
                </a:solidFill>
                <a:latin typeface="Arial"/>
                <a:ea typeface="Arial"/>
                <a:cs typeface="Arial"/>
              </a:defRPr>
            </a:lvl9pPr>
          </a:lstStyle>
          <a:p xmlns:a="http://schemas.openxmlformats.org/drawingml/2006/main">
            <a:pPr algn="l">
              <a:defRPr sz="1050" b="1">
                <a:solidFill>
                  <a:srgbClr val="25C4A8"/>
                </a:solidFill>
                <a:latin typeface="Arial"/>
                <a:ea typeface="Arial"/>
                <a:cs typeface="Arial"/>
              </a:defRPr>
            </a:pPr>
            <a:r>
              <a:rPr sz="1050" b="1">
                <a:solidFill>
                  <a:srgbClr val="25C4A8"/>
                </a:solidFill>
                <a:latin typeface="Arial"/>
                <a:ea typeface="Arial"/>
                <a:cs typeface="Arial"/>
              </a:rPr>
              <a:t>EVIDENCE RECORD  /  SCHEMA</a:t>
            </a:r>
          </a:p>
        </p:txBody>
      </p:sp>
      <p:sp>
        <p:nvSpPr>
          <p:cNvPr id="5" name="">
            <a:extLst xmlns:a="http://schemas.openxmlformats.org/drawingml/2006/main">
              <a:ext uri="{FF2B5EF4-FFF2-40B4-BE49-F238E27FC236}">
                <a16:creationId xmlns:a16="http://schemas.microsoft.com/office/drawing/2014/main" id="{34C09033-8BF3-4534-A410-8182A679B21C}"/>
              </a:ext>
            </a:extLst>
          </p:cNvPr>
          <p:cNvSpPr>
            <a:spLocks xmlns:a="http://schemas.openxmlformats.org/drawingml/2006/main" noGrp="1"/>
          </p:cNvSpPr>
          <p:nvPr/>
        </p:nvSpPr>
        <p:spPr>
          <a:xfrm xmlns:a="http://schemas.openxmlformats.org/drawingml/2006/main">
            <a:off x="1028700" y="2695575"/>
            <a:ext cx="5048250" cy="2524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EFF4F1"/>
                </a:solidFill>
                <a:latin typeface="Consolas"/>
                <a:ea typeface="Consolas"/>
                <a:cs typeface="Consolas"/>
              </a:defRPr>
            </a:defPPr>
            <a:lvl1pPr algn="l">
              <a:defRPr sz="1350" b="0">
                <a:solidFill>
                  <a:srgbClr val="EFF4F1"/>
                </a:solidFill>
                <a:latin typeface="Consolas"/>
                <a:ea typeface="Consolas"/>
                <a:cs typeface="Consolas"/>
              </a:defRPr>
            </a:lvl1pPr>
            <a:lvl2pPr algn="l">
              <a:defRPr sz="1350" b="0">
                <a:solidFill>
                  <a:srgbClr val="EFF4F1"/>
                </a:solidFill>
                <a:latin typeface="Consolas"/>
                <a:ea typeface="Consolas"/>
                <a:cs typeface="Consolas"/>
              </a:defRPr>
            </a:lvl2pPr>
            <a:lvl3pPr algn="l">
              <a:defRPr sz="1350" b="0">
                <a:solidFill>
                  <a:srgbClr val="EFF4F1"/>
                </a:solidFill>
                <a:latin typeface="Consolas"/>
                <a:ea typeface="Consolas"/>
                <a:cs typeface="Consolas"/>
              </a:defRPr>
            </a:lvl3pPr>
            <a:lvl4pPr algn="l">
              <a:defRPr sz="1350" b="0">
                <a:solidFill>
                  <a:srgbClr val="EFF4F1"/>
                </a:solidFill>
                <a:latin typeface="Consolas"/>
                <a:ea typeface="Consolas"/>
                <a:cs typeface="Consolas"/>
              </a:defRPr>
            </a:lvl4pPr>
            <a:lvl5pPr algn="l">
              <a:defRPr sz="1350" b="0">
                <a:solidFill>
                  <a:srgbClr val="EFF4F1"/>
                </a:solidFill>
                <a:latin typeface="Consolas"/>
                <a:ea typeface="Consolas"/>
                <a:cs typeface="Consolas"/>
              </a:defRPr>
            </a:lvl5pPr>
            <a:lvl6pPr algn="l">
              <a:defRPr sz="1350" b="0">
                <a:solidFill>
                  <a:srgbClr val="EFF4F1"/>
                </a:solidFill>
                <a:latin typeface="Consolas"/>
                <a:ea typeface="Consolas"/>
                <a:cs typeface="Consolas"/>
              </a:defRPr>
            </a:lvl6pPr>
            <a:lvl7pPr algn="l">
              <a:defRPr sz="1350" b="0">
                <a:solidFill>
                  <a:srgbClr val="EFF4F1"/>
                </a:solidFill>
                <a:latin typeface="Consolas"/>
                <a:ea typeface="Consolas"/>
                <a:cs typeface="Consolas"/>
              </a:defRPr>
            </a:lvl7pPr>
            <a:lvl8pPr algn="l">
              <a:defRPr sz="1350" b="0">
                <a:solidFill>
                  <a:srgbClr val="EFF4F1"/>
                </a:solidFill>
                <a:latin typeface="Consolas"/>
                <a:ea typeface="Consolas"/>
                <a:cs typeface="Consolas"/>
              </a:defRPr>
            </a:lvl8pPr>
            <a:lvl9pPr algn="l">
              <a:defRPr sz="1350" b="0">
                <a:solidFill>
                  <a:srgbClr val="EFF4F1"/>
                </a:solidFill>
                <a:latin typeface="Consolas"/>
                <a:ea typeface="Consolas"/>
                <a:cs typeface="Consolas"/>
              </a:defRPr>
            </a:lvl9pPr>
          </a:lstStyle>
          <a:p xmlns:a="http://schemas.openxmlformats.org/drawingml/2006/main">
            <a:pPr algn="l">
              <a:defRPr sz="1350" b="0">
                <a:solidFill>
                  <a:srgbClr val="EFF4F1"/>
                </a:solidFill>
                <a:latin typeface="Consolas"/>
                <a:ea typeface="Consolas"/>
                <a:cs typeface="Consolas"/>
              </a:defRPr>
            </a:pPr>
            <a:r>
              <a:rPr sz="1350" b="0">
                <a:solidFill>
                  <a:srgbClr val="EFF4F1"/>
                </a:solidFill>
                <a:latin typeface="Consolas"/>
                <a:ea typeface="Consolas"/>
                <a:cs typeface="Consolas"/>
              </a:rPr>
              <a:t>id: evidence identifier</a:t>
            </a:r>
          </a:p>
          <a:p xmlns:a="http://schemas.openxmlformats.org/drawingml/2006/main">
            <a:pPr algn="l">
              <a:defRPr sz="1350" b="0">
                <a:solidFill>
                  <a:srgbClr val="EFF4F1"/>
                </a:solidFill>
                <a:latin typeface="Consolas"/>
                <a:ea typeface="Consolas"/>
                <a:cs typeface="Consolas"/>
              </a:defRPr>
            </a:pPr>
            <a:r>
              <a:rPr sz="1350" b="0">
                <a:solidFill>
                  <a:srgbClr val="EFF4F1"/>
                </a:solidFill>
                <a:latin typeface="Consolas"/>
                <a:ea typeface="Consolas"/>
                <a:cs typeface="Consolas"/>
              </a:rPr>
              <a:t>name: original filename</a:t>
            </a:r>
          </a:p>
          <a:p xmlns:a="http://schemas.openxmlformats.org/drawingml/2006/main">
            <a:pPr algn="l">
              <a:defRPr sz="1350" b="0">
                <a:solidFill>
                  <a:srgbClr val="EFF4F1"/>
                </a:solidFill>
                <a:latin typeface="Consolas"/>
                <a:ea typeface="Consolas"/>
                <a:cs typeface="Consolas"/>
              </a:defRPr>
            </a:pPr>
            <a:r>
              <a:rPr sz="1350" b="0">
                <a:solidFill>
                  <a:srgbClr val="EFF4F1"/>
                </a:solidFill>
                <a:latin typeface="Consolas"/>
                <a:ea typeface="Consolas"/>
                <a:cs typeface="Consolas"/>
              </a:rPr>
              <a:t>kind: file extension</a:t>
            </a:r>
          </a:p>
          <a:p xmlns:a="http://schemas.openxmlformats.org/drawingml/2006/main">
            <a:pPr algn="l">
              <a:defRPr sz="1350" b="0">
                <a:solidFill>
                  <a:srgbClr val="EFF4F1"/>
                </a:solidFill>
                <a:latin typeface="Consolas"/>
                <a:ea typeface="Consolas"/>
                <a:cs typeface="Consolas"/>
              </a:defRPr>
            </a:pPr>
            <a:r>
              <a:rPr sz="1350" b="0">
                <a:solidFill>
                  <a:srgbClr val="EFF4F1"/>
                </a:solidFill>
                <a:latin typeface="Consolas"/>
                <a:ea typeface="Consolas"/>
                <a:cs typeface="Consolas"/>
              </a:rPr>
              <a:t>category: evidence type</a:t>
            </a:r>
          </a:p>
          <a:p xmlns:a="http://schemas.openxmlformats.org/drawingml/2006/main">
            <a:pPr algn="l">
              <a:defRPr sz="1350" b="0">
                <a:solidFill>
                  <a:srgbClr val="EFF4F1"/>
                </a:solidFill>
                <a:latin typeface="Consolas"/>
                <a:ea typeface="Consolas"/>
                <a:cs typeface="Consolas"/>
              </a:defRPr>
            </a:pPr>
            <a:r>
              <a:rPr sz="1350" b="0">
                <a:solidFill>
                  <a:srgbClr val="EFF4F1"/>
                </a:solidFill>
                <a:latin typeface="Consolas"/>
                <a:ea typeface="Consolas"/>
                <a:cs typeface="Consolas"/>
              </a:rPr>
              <a:t>size: file size in bytes</a:t>
            </a:r>
          </a:p>
          <a:p xmlns:a="http://schemas.openxmlformats.org/drawingml/2006/main">
            <a:pPr algn="l">
              <a:defRPr sz="1350" b="0">
                <a:solidFill>
                  <a:srgbClr val="EFF4F1"/>
                </a:solidFill>
                <a:latin typeface="Consolas"/>
                <a:ea typeface="Consolas"/>
                <a:cs typeface="Consolas"/>
              </a:defRPr>
            </a:pPr>
            <a:r>
              <a:rPr sz="1350" b="0">
                <a:solidFill>
                  <a:srgbClr val="EFF4F1"/>
                </a:solidFill>
                <a:latin typeface="Consolas"/>
                <a:ea typeface="Consolas"/>
                <a:cs typeface="Consolas"/>
              </a:rPr>
              <a:t>hash: SHA-256 fingerprint</a:t>
            </a:r>
          </a:p>
          <a:p xmlns:a="http://schemas.openxmlformats.org/drawingml/2006/main">
            <a:pPr algn="l">
              <a:defRPr sz="1350" b="0">
                <a:solidFill>
                  <a:srgbClr val="EFF4F1"/>
                </a:solidFill>
                <a:latin typeface="Consolas"/>
                <a:ea typeface="Consolas"/>
                <a:cs typeface="Consolas"/>
              </a:defRPr>
            </a:pPr>
            <a:r>
              <a:rPr sz="1350" b="0">
                <a:solidFill>
                  <a:srgbClr val="EFF4F1"/>
                </a:solidFill>
                <a:latin typeface="Consolas"/>
                <a:ea typeface="Consolas"/>
                <a:cs typeface="Consolas"/>
              </a:rPr>
              <a:t>added: intake date and time</a:t>
            </a:r>
          </a:p>
          <a:p xmlns:a="http://schemas.openxmlformats.org/drawingml/2006/main">
            <a:pPr algn="l">
              <a:defRPr sz="1350" b="0">
                <a:solidFill>
                  <a:srgbClr val="EFF4F1"/>
                </a:solidFill>
                <a:latin typeface="Consolas"/>
                <a:ea typeface="Consolas"/>
                <a:cs typeface="Consolas"/>
              </a:defRPr>
            </a:pPr>
            <a:r>
              <a:rPr sz="1350" b="0">
                <a:solidFill>
                  <a:srgbClr val="EFF4F1"/>
                </a:solidFill>
                <a:latin typeface="Consolas"/>
                <a:ea typeface="Consolas"/>
                <a:cs typeface="Consolas"/>
              </a:rPr>
              <a:t>owner: uploader label</a:t>
            </a:r>
          </a:p>
          <a:p xmlns:a="http://schemas.openxmlformats.org/drawingml/2006/main">
            <a:pPr algn="l">
              <a:defRPr sz="1350" b="0">
                <a:solidFill>
                  <a:srgbClr val="EFF4F1"/>
                </a:solidFill>
                <a:latin typeface="Consolas"/>
                <a:ea typeface="Consolas"/>
                <a:cs typeface="Consolas"/>
              </a:defRPr>
            </a:pPr>
            <a:r>
              <a:rPr sz="1350" b="0">
                <a:solidFill>
                  <a:srgbClr val="EFF4F1"/>
                </a:solidFill>
                <a:latin typeface="Consolas"/>
                <a:ea typeface="Consolas"/>
                <a:cs typeface="Consolas"/>
              </a:rPr>
              <a:t>status: Verified or Pending</a:t>
            </a:r>
          </a:p>
          <a:p xmlns:a="http://schemas.openxmlformats.org/drawingml/2006/main">
            <a:pPr algn="l">
              <a:defRPr sz="1350" b="0">
                <a:solidFill>
                  <a:srgbClr val="EFF4F1"/>
                </a:solidFill>
                <a:latin typeface="Consolas"/>
                <a:ea typeface="Consolas"/>
                <a:cs typeface="Consolas"/>
              </a:defRPr>
            </a:pPr>
            <a:r>
              <a:rPr sz="1350" b="0">
                <a:solidFill>
                  <a:srgbClr val="EFF4F1"/>
                </a:solidFill>
                <a:latin typeface="Consolas"/>
                <a:ea typeface="Consolas"/>
                <a:cs typeface="Consolas"/>
              </a:rPr>
              <a:t>caseId: investigation identifier</a:t>
            </a:r>
          </a:p>
          <a:p xmlns:a="http://schemas.openxmlformats.org/drawingml/2006/main">
            <a:pPr algn="l">
              <a:defRPr sz="1350" b="0">
                <a:solidFill>
                  <a:srgbClr val="EFF4F1"/>
                </a:solidFill>
                <a:latin typeface="Consolas"/>
                <a:ea typeface="Consolas"/>
                <a:cs typeface="Consolas"/>
              </a:defRPr>
            </a:pPr>
            <a:r>
              <a:rPr sz="1350" b="0">
                <a:solidFill>
                  <a:srgbClr val="EFF4F1"/>
                </a:solidFill>
                <a:latin typeface="Consolas"/>
                <a:ea typeface="Consolas"/>
                <a:cs typeface="Consolas"/>
              </a:rPr>
              <a:t>custody: ordered event list</a:t>
            </a:r>
          </a:p>
        </p:txBody>
      </p:sp>
      <p:sp>
        <p:nvSpPr>
          <p:cNvPr id="6" name="">
            <a:extLst xmlns:a="http://schemas.openxmlformats.org/drawingml/2006/main">
              <a:ext uri="{FF2B5EF4-FFF2-40B4-BE49-F238E27FC236}">
                <a16:creationId xmlns:a16="http://schemas.microsoft.com/office/drawing/2014/main" id="{D6DC71FC-B5F6-4E94-A378-087E78652354}"/>
              </a:ext>
            </a:extLst>
          </p:cNvPr>
          <p:cNvSpPr>
            <a:spLocks xmlns:a="http://schemas.openxmlformats.org/drawingml/2006/main" noGrp="1"/>
          </p:cNvSpPr>
          <p:nvPr/>
        </p:nvSpPr>
        <p:spPr>
          <a:xfrm xmlns:a="http://schemas.openxmlformats.org/drawingml/2006/main">
            <a:off x="6953250" y="2152650"/>
            <a:ext cx="4048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01D26"/>
                </a:solidFill>
                <a:latin typeface="Arial"/>
                <a:ea typeface="Arial"/>
                <a:cs typeface="Arial"/>
              </a:defRPr>
            </a:defPPr>
            <a:lvl1pPr algn="l">
              <a:defRPr sz="1875" b="1">
                <a:solidFill>
                  <a:srgbClr val="101D26"/>
                </a:solidFill>
                <a:latin typeface="Arial"/>
                <a:ea typeface="Arial"/>
                <a:cs typeface="Arial"/>
              </a:defRPr>
            </a:lvl1pPr>
            <a:lvl2pPr algn="l">
              <a:defRPr sz="1875" b="1">
                <a:solidFill>
                  <a:srgbClr val="101D26"/>
                </a:solidFill>
                <a:latin typeface="Arial"/>
                <a:ea typeface="Arial"/>
                <a:cs typeface="Arial"/>
              </a:defRPr>
            </a:lvl2pPr>
            <a:lvl3pPr algn="l">
              <a:defRPr sz="1875" b="1">
                <a:solidFill>
                  <a:srgbClr val="101D26"/>
                </a:solidFill>
                <a:latin typeface="Arial"/>
                <a:ea typeface="Arial"/>
                <a:cs typeface="Arial"/>
              </a:defRPr>
            </a:lvl3pPr>
            <a:lvl4pPr algn="l">
              <a:defRPr sz="1875" b="1">
                <a:solidFill>
                  <a:srgbClr val="101D26"/>
                </a:solidFill>
                <a:latin typeface="Arial"/>
                <a:ea typeface="Arial"/>
                <a:cs typeface="Arial"/>
              </a:defRPr>
            </a:lvl4pPr>
            <a:lvl5pPr algn="l">
              <a:defRPr sz="1875" b="1">
                <a:solidFill>
                  <a:srgbClr val="101D26"/>
                </a:solidFill>
                <a:latin typeface="Arial"/>
                <a:ea typeface="Arial"/>
                <a:cs typeface="Arial"/>
              </a:defRPr>
            </a:lvl5pPr>
            <a:lvl6pPr algn="l">
              <a:defRPr sz="1875" b="1">
                <a:solidFill>
                  <a:srgbClr val="101D26"/>
                </a:solidFill>
                <a:latin typeface="Arial"/>
                <a:ea typeface="Arial"/>
                <a:cs typeface="Arial"/>
              </a:defRPr>
            </a:lvl6pPr>
            <a:lvl7pPr algn="l">
              <a:defRPr sz="1875" b="1">
                <a:solidFill>
                  <a:srgbClr val="101D26"/>
                </a:solidFill>
                <a:latin typeface="Arial"/>
                <a:ea typeface="Arial"/>
                <a:cs typeface="Arial"/>
              </a:defRPr>
            </a:lvl7pPr>
            <a:lvl8pPr algn="l">
              <a:defRPr sz="1875" b="1">
                <a:solidFill>
                  <a:srgbClr val="101D26"/>
                </a:solidFill>
                <a:latin typeface="Arial"/>
                <a:ea typeface="Arial"/>
                <a:cs typeface="Arial"/>
              </a:defRPr>
            </a:lvl8pPr>
            <a:lvl9pPr algn="l">
              <a:defRPr sz="1875" b="1">
                <a:solidFill>
                  <a:srgbClr val="101D26"/>
                </a:solidFill>
                <a:latin typeface="Arial"/>
                <a:ea typeface="Arial"/>
                <a:cs typeface="Arial"/>
              </a:defRPr>
            </a:lvl9pPr>
          </a:lstStyle>
          <a:p xmlns:a="http://schemas.openxmlformats.org/drawingml/2006/main">
            <a:pPr algn="l">
              <a:defRPr sz="1875" b="1">
                <a:solidFill>
                  <a:srgbClr val="101D26"/>
                </a:solidFill>
                <a:latin typeface="Arial"/>
                <a:ea typeface="Arial"/>
                <a:cs typeface="Arial"/>
              </a:defRPr>
            </a:pPr>
            <a:r>
              <a:rPr sz="1875" b="1">
                <a:solidFill>
                  <a:srgbClr val="101D26"/>
                </a:solidFill>
                <a:latin typeface="Arial"/>
                <a:ea typeface="Arial"/>
                <a:cs typeface="Arial"/>
              </a:rPr>
              <a:t>Two layers of information</a:t>
            </a:r>
          </a:p>
        </p:txBody>
      </p:sp>
      <p:sp>
        <p:nvSpPr>
          <p:cNvPr id="7" name="">
            <a:extLst xmlns:a="http://schemas.openxmlformats.org/drawingml/2006/main">
              <a:ext uri="{FF2B5EF4-FFF2-40B4-BE49-F238E27FC236}">
                <a16:creationId xmlns:a16="http://schemas.microsoft.com/office/drawing/2014/main" id="{8321077D-DD00-4EBC-804F-FAB5679D2B86}"/>
              </a:ext>
            </a:extLst>
          </p:cNvPr>
          <p:cNvSpPr>
            <a:spLocks xmlns:a="http://schemas.openxmlformats.org/drawingml/2006/main" noGrp="1"/>
          </p:cNvSpPr>
          <p:nvPr/>
        </p:nvSpPr>
        <p:spPr>
          <a:xfrm xmlns:a="http://schemas.openxmlformats.org/drawingml/2006/main">
            <a:off x="6953250" y="2686050"/>
            <a:ext cx="3714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6757D"/>
                </a:solidFill>
                <a:latin typeface="Arial"/>
                <a:ea typeface="Arial"/>
                <a:cs typeface="Arial"/>
              </a:defRPr>
            </a:defPPr>
            <a:lvl1pPr algn="l">
              <a:defRPr sz="1050" b="1">
                <a:solidFill>
                  <a:srgbClr val="66757D"/>
                </a:solidFill>
                <a:latin typeface="Arial"/>
                <a:ea typeface="Arial"/>
                <a:cs typeface="Arial"/>
              </a:defRPr>
            </a:lvl1pPr>
            <a:lvl2pPr algn="l">
              <a:defRPr sz="1050" b="1">
                <a:solidFill>
                  <a:srgbClr val="66757D"/>
                </a:solidFill>
                <a:latin typeface="Arial"/>
                <a:ea typeface="Arial"/>
                <a:cs typeface="Arial"/>
              </a:defRPr>
            </a:lvl2pPr>
            <a:lvl3pPr algn="l">
              <a:defRPr sz="1050" b="1">
                <a:solidFill>
                  <a:srgbClr val="66757D"/>
                </a:solidFill>
                <a:latin typeface="Arial"/>
                <a:ea typeface="Arial"/>
                <a:cs typeface="Arial"/>
              </a:defRPr>
            </a:lvl3pPr>
            <a:lvl4pPr algn="l">
              <a:defRPr sz="1050" b="1">
                <a:solidFill>
                  <a:srgbClr val="66757D"/>
                </a:solidFill>
                <a:latin typeface="Arial"/>
                <a:ea typeface="Arial"/>
                <a:cs typeface="Arial"/>
              </a:defRPr>
            </a:lvl4pPr>
            <a:lvl5pPr algn="l">
              <a:defRPr sz="1050" b="1">
                <a:solidFill>
                  <a:srgbClr val="66757D"/>
                </a:solidFill>
                <a:latin typeface="Arial"/>
                <a:ea typeface="Arial"/>
                <a:cs typeface="Arial"/>
              </a:defRPr>
            </a:lvl5pPr>
            <a:lvl6pPr algn="l">
              <a:defRPr sz="1050" b="1">
                <a:solidFill>
                  <a:srgbClr val="66757D"/>
                </a:solidFill>
                <a:latin typeface="Arial"/>
                <a:ea typeface="Arial"/>
                <a:cs typeface="Arial"/>
              </a:defRPr>
            </a:lvl6pPr>
            <a:lvl7pPr algn="l">
              <a:defRPr sz="1050" b="1">
                <a:solidFill>
                  <a:srgbClr val="66757D"/>
                </a:solidFill>
                <a:latin typeface="Arial"/>
                <a:ea typeface="Arial"/>
                <a:cs typeface="Arial"/>
              </a:defRPr>
            </a:lvl7pPr>
            <a:lvl8pPr algn="l">
              <a:defRPr sz="1050" b="1">
                <a:solidFill>
                  <a:srgbClr val="66757D"/>
                </a:solidFill>
                <a:latin typeface="Arial"/>
                <a:ea typeface="Arial"/>
                <a:cs typeface="Arial"/>
              </a:defRPr>
            </a:lvl8pPr>
            <a:lvl9pPr algn="l">
              <a:defRPr sz="1050" b="1">
                <a:solidFill>
                  <a:srgbClr val="66757D"/>
                </a:solidFill>
                <a:latin typeface="Arial"/>
                <a:ea typeface="Arial"/>
                <a:cs typeface="Arial"/>
              </a:defRPr>
            </a:lvl9pPr>
          </a:lstStyle>
          <a:p xmlns:a="http://schemas.openxmlformats.org/drawingml/2006/main">
            <a:pPr algn="l">
              <a:defRPr sz="1050" b="1">
                <a:solidFill>
                  <a:srgbClr val="66757D"/>
                </a:solidFill>
                <a:latin typeface="Arial"/>
                <a:ea typeface="Arial"/>
                <a:cs typeface="Arial"/>
              </a:defRPr>
            </a:pPr>
            <a:r>
              <a:rPr sz="1050" b="1">
                <a:solidFill>
                  <a:srgbClr val="66757D"/>
                </a:solidFill>
                <a:latin typeface="Arial"/>
                <a:ea typeface="Arial"/>
                <a:cs typeface="Arial"/>
              </a:rPr>
              <a:t>EVIDENCE METADATA</a:t>
            </a:r>
          </a:p>
        </p:txBody>
      </p:sp>
      <p:sp>
        <p:nvSpPr>
          <p:cNvPr id="8" name="">
            <a:extLst xmlns:a="http://schemas.openxmlformats.org/drawingml/2006/main">
              <a:ext uri="{FF2B5EF4-FFF2-40B4-BE49-F238E27FC236}">
                <a16:creationId xmlns:a16="http://schemas.microsoft.com/office/drawing/2014/main" id="{9F7787C1-F4E4-409B-9D72-7B040D14CBFF}"/>
              </a:ext>
            </a:extLst>
          </p:cNvPr>
          <p:cNvSpPr>
            <a:spLocks xmlns:a="http://schemas.openxmlformats.org/drawingml/2006/main" noGrp="1"/>
          </p:cNvSpPr>
          <p:nvPr/>
        </p:nvSpPr>
        <p:spPr>
          <a:xfrm xmlns:a="http://schemas.openxmlformats.org/drawingml/2006/main">
            <a:off x="6953250" y="2990850"/>
            <a:ext cx="4095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18242B"/>
                </a:solidFill>
                <a:latin typeface="Arial"/>
                <a:ea typeface="Arial"/>
                <a:cs typeface="Arial"/>
              </a:defRPr>
            </a:defPPr>
            <a:lvl1pPr algn="l">
              <a:defRPr sz="1425" b="0">
                <a:solidFill>
                  <a:srgbClr val="18242B"/>
                </a:solidFill>
                <a:latin typeface="Arial"/>
                <a:ea typeface="Arial"/>
                <a:cs typeface="Arial"/>
              </a:defRPr>
            </a:lvl1pPr>
            <a:lvl2pPr algn="l">
              <a:defRPr sz="1425" b="0">
                <a:solidFill>
                  <a:srgbClr val="18242B"/>
                </a:solidFill>
                <a:latin typeface="Arial"/>
                <a:ea typeface="Arial"/>
                <a:cs typeface="Arial"/>
              </a:defRPr>
            </a:lvl2pPr>
            <a:lvl3pPr algn="l">
              <a:defRPr sz="1425" b="0">
                <a:solidFill>
                  <a:srgbClr val="18242B"/>
                </a:solidFill>
                <a:latin typeface="Arial"/>
                <a:ea typeface="Arial"/>
                <a:cs typeface="Arial"/>
              </a:defRPr>
            </a:lvl3pPr>
            <a:lvl4pPr algn="l">
              <a:defRPr sz="1425" b="0">
                <a:solidFill>
                  <a:srgbClr val="18242B"/>
                </a:solidFill>
                <a:latin typeface="Arial"/>
                <a:ea typeface="Arial"/>
                <a:cs typeface="Arial"/>
              </a:defRPr>
            </a:lvl4pPr>
            <a:lvl5pPr algn="l">
              <a:defRPr sz="1425" b="0">
                <a:solidFill>
                  <a:srgbClr val="18242B"/>
                </a:solidFill>
                <a:latin typeface="Arial"/>
                <a:ea typeface="Arial"/>
                <a:cs typeface="Arial"/>
              </a:defRPr>
            </a:lvl5pPr>
            <a:lvl6pPr algn="l">
              <a:defRPr sz="1425" b="0">
                <a:solidFill>
                  <a:srgbClr val="18242B"/>
                </a:solidFill>
                <a:latin typeface="Arial"/>
                <a:ea typeface="Arial"/>
                <a:cs typeface="Arial"/>
              </a:defRPr>
            </a:lvl6pPr>
            <a:lvl7pPr algn="l">
              <a:defRPr sz="1425" b="0">
                <a:solidFill>
                  <a:srgbClr val="18242B"/>
                </a:solidFill>
                <a:latin typeface="Arial"/>
                <a:ea typeface="Arial"/>
                <a:cs typeface="Arial"/>
              </a:defRPr>
            </a:lvl7pPr>
            <a:lvl8pPr algn="l">
              <a:defRPr sz="1425" b="0">
                <a:solidFill>
                  <a:srgbClr val="18242B"/>
                </a:solidFill>
                <a:latin typeface="Arial"/>
                <a:ea typeface="Arial"/>
                <a:cs typeface="Arial"/>
              </a:defRPr>
            </a:lvl8pPr>
            <a:lvl9pPr algn="l">
              <a:defRPr sz="1425" b="0">
                <a:solidFill>
                  <a:srgbClr val="18242B"/>
                </a:solidFill>
                <a:latin typeface="Arial"/>
                <a:ea typeface="Arial"/>
                <a:cs typeface="Arial"/>
              </a:defRPr>
            </a:lvl9pPr>
          </a:lstStyle>
          <a:p xmlns:a="http://schemas.openxmlformats.org/drawingml/2006/main">
            <a:pPr algn="l">
              <a:defRPr sz="1425" b="0">
                <a:solidFill>
                  <a:srgbClr val="18242B"/>
                </a:solidFill>
                <a:latin typeface="Arial"/>
                <a:ea typeface="Arial"/>
                <a:cs typeface="Arial"/>
              </a:defRPr>
            </a:pPr>
            <a:r>
              <a:rPr sz="1425" b="0">
                <a:solidFill>
                  <a:srgbClr val="18242B"/>
                </a:solidFill>
                <a:latin typeface="Arial"/>
                <a:ea typeface="Arial"/>
                <a:cs typeface="Arial"/>
              </a:rPr>
              <a:t>Name, case, category, size, uploader, date, and verification status make items easier to find and review.</a:t>
            </a:r>
          </a:p>
        </p:txBody>
      </p:sp>
      <p:sp>
        <p:nvSpPr>
          <p:cNvPr id="9" name="">
            <a:extLst xmlns:a="http://schemas.openxmlformats.org/drawingml/2006/main">
              <a:ext uri="{FF2B5EF4-FFF2-40B4-BE49-F238E27FC236}">
                <a16:creationId xmlns:a16="http://schemas.microsoft.com/office/drawing/2014/main" id="{61C4BF39-FA84-4184-B024-04CD72FCF04D}"/>
              </a:ext>
            </a:extLst>
          </p:cNvPr>
          <p:cNvSpPr>
            <a:spLocks xmlns:a="http://schemas.openxmlformats.org/drawingml/2006/main" noGrp="1"/>
          </p:cNvSpPr>
          <p:nvPr/>
        </p:nvSpPr>
        <p:spPr>
          <a:xfrm xmlns:a="http://schemas.openxmlformats.org/drawingml/2006/main">
            <a:off x="6953250" y="3857625"/>
            <a:ext cx="3714750" cy="9525"/>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0D4BE37-3F9E-4902-BB16-72344E129F55}"/>
              </a:ext>
            </a:extLst>
          </p:cNvPr>
          <p:cNvSpPr>
            <a:spLocks xmlns:a="http://schemas.openxmlformats.org/drawingml/2006/main" noGrp="1"/>
          </p:cNvSpPr>
          <p:nvPr/>
        </p:nvSpPr>
        <p:spPr>
          <a:xfrm xmlns:a="http://schemas.openxmlformats.org/drawingml/2006/main">
            <a:off x="6953250" y="4105275"/>
            <a:ext cx="3714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6757D"/>
                </a:solidFill>
                <a:latin typeface="Arial"/>
                <a:ea typeface="Arial"/>
                <a:cs typeface="Arial"/>
              </a:defRPr>
            </a:defPPr>
            <a:lvl1pPr algn="l">
              <a:defRPr sz="1050" b="1">
                <a:solidFill>
                  <a:srgbClr val="66757D"/>
                </a:solidFill>
                <a:latin typeface="Arial"/>
                <a:ea typeface="Arial"/>
                <a:cs typeface="Arial"/>
              </a:defRPr>
            </a:lvl1pPr>
            <a:lvl2pPr algn="l">
              <a:defRPr sz="1050" b="1">
                <a:solidFill>
                  <a:srgbClr val="66757D"/>
                </a:solidFill>
                <a:latin typeface="Arial"/>
                <a:ea typeface="Arial"/>
                <a:cs typeface="Arial"/>
              </a:defRPr>
            </a:lvl2pPr>
            <a:lvl3pPr algn="l">
              <a:defRPr sz="1050" b="1">
                <a:solidFill>
                  <a:srgbClr val="66757D"/>
                </a:solidFill>
                <a:latin typeface="Arial"/>
                <a:ea typeface="Arial"/>
                <a:cs typeface="Arial"/>
              </a:defRPr>
            </a:lvl3pPr>
            <a:lvl4pPr algn="l">
              <a:defRPr sz="1050" b="1">
                <a:solidFill>
                  <a:srgbClr val="66757D"/>
                </a:solidFill>
                <a:latin typeface="Arial"/>
                <a:ea typeface="Arial"/>
                <a:cs typeface="Arial"/>
              </a:defRPr>
            </a:lvl4pPr>
            <a:lvl5pPr algn="l">
              <a:defRPr sz="1050" b="1">
                <a:solidFill>
                  <a:srgbClr val="66757D"/>
                </a:solidFill>
                <a:latin typeface="Arial"/>
                <a:ea typeface="Arial"/>
                <a:cs typeface="Arial"/>
              </a:defRPr>
            </a:lvl5pPr>
            <a:lvl6pPr algn="l">
              <a:defRPr sz="1050" b="1">
                <a:solidFill>
                  <a:srgbClr val="66757D"/>
                </a:solidFill>
                <a:latin typeface="Arial"/>
                <a:ea typeface="Arial"/>
                <a:cs typeface="Arial"/>
              </a:defRPr>
            </a:lvl6pPr>
            <a:lvl7pPr algn="l">
              <a:defRPr sz="1050" b="1">
                <a:solidFill>
                  <a:srgbClr val="66757D"/>
                </a:solidFill>
                <a:latin typeface="Arial"/>
                <a:ea typeface="Arial"/>
                <a:cs typeface="Arial"/>
              </a:defRPr>
            </a:lvl7pPr>
            <a:lvl8pPr algn="l">
              <a:defRPr sz="1050" b="1">
                <a:solidFill>
                  <a:srgbClr val="66757D"/>
                </a:solidFill>
                <a:latin typeface="Arial"/>
                <a:ea typeface="Arial"/>
                <a:cs typeface="Arial"/>
              </a:defRPr>
            </a:lvl8pPr>
            <a:lvl9pPr algn="l">
              <a:defRPr sz="1050" b="1">
                <a:solidFill>
                  <a:srgbClr val="66757D"/>
                </a:solidFill>
                <a:latin typeface="Arial"/>
                <a:ea typeface="Arial"/>
                <a:cs typeface="Arial"/>
              </a:defRPr>
            </a:lvl9pPr>
          </a:lstStyle>
          <a:p xmlns:a="http://schemas.openxmlformats.org/drawingml/2006/main">
            <a:pPr algn="l">
              <a:defRPr sz="1050" b="1">
                <a:solidFill>
                  <a:srgbClr val="66757D"/>
                </a:solidFill>
                <a:latin typeface="Arial"/>
                <a:ea typeface="Arial"/>
                <a:cs typeface="Arial"/>
              </a:defRPr>
            </a:pPr>
            <a:r>
              <a:rPr sz="1050" b="1">
                <a:solidFill>
                  <a:srgbClr val="66757D"/>
                </a:solidFill>
                <a:latin typeface="Arial"/>
                <a:ea typeface="Arial"/>
                <a:cs typeface="Arial"/>
              </a:rPr>
              <a:t>CUSTODY HISTORY</a:t>
            </a:r>
          </a:p>
        </p:txBody>
      </p:sp>
      <p:sp>
        <p:nvSpPr>
          <p:cNvPr id="11" name="">
            <a:extLst xmlns:a="http://schemas.openxmlformats.org/drawingml/2006/main">
              <a:ext uri="{FF2B5EF4-FFF2-40B4-BE49-F238E27FC236}">
                <a16:creationId xmlns:a16="http://schemas.microsoft.com/office/drawing/2014/main" id="{F794E691-847A-4DA0-AFB1-51FAE85E7016}"/>
              </a:ext>
            </a:extLst>
          </p:cNvPr>
          <p:cNvSpPr>
            <a:spLocks xmlns:a="http://schemas.openxmlformats.org/drawingml/2006/main" noGrp="1"/>
          </p:cNvSpPr>
          <p:nvPr/>
        </p:nvSpPr>
        <p:spPr>
          <a:xfrm xmlns:a="http://schemas.openxmlformats.org/drawingml/2006/main">
            <a:off x="6953250" y="4410075"/>
            <a:ext cx="4095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18242B"/>
                </a:solidFill>
                <a:latin typeface="Arial"/>
                <a:ea typeface="Arial"/>
                <a:cs typeface="Arial"/>
              </a:defRPr>
            </a:defPPr>
            <a:lvl1pPr algn="l">
              <a:defRPr sz="1425" b="0">
                <a:solidFill>
                  <a:srgbClr val="18242B"/>
                </a:solidFill>
                <a:latin typeface="Arial"/>
                <a:ea typeface="Arial"/>
                <a:cs typeface="Arial"/>
              </a:defRPr>
            </a:lvl1pPr>
            <a:lvl2pPr algn="l">
              <a:defRPr sz="1425" b="0">
                <a:solidFill>
                  <a:srgbClr val="18242B"/>
                </a:solidFill>
                <a:latin typeface="Arial"/>
                <a:ea typeface="Arial"/>
                <a:cs typeface="Arial"/>
              </a:defRPr>
            </a:lvl2pPr>
            <a:lvl3pPr algn="l">
              <a:defRPr sz="1425" b="0">
                <a:solidFill>
                  <a:srgbClr val="18242B"/>
                </a:solidFill>
                <a:latin typeface="Arial"/>
                <a:ea typeface="Arial"/>
                <a:cs typeface="Arial"/>
              </a:defRPr>
            </a:lvl3pPr>
            <a:lvl4pPr algn="l">
              <a:defRPr sz="1425" b="0">
                <a:solidFill>
                  <a:srgbClr val="18242B"/>
                </a:solidFill>
                <a:latin typeface="Arial"/>
                <a:ea typeface="Arial"/>
                <a:cs typeface="Arial"/>
              </a:defRPr>
            </a:lvl4pPr>
            <a:lvl5pPr algn="l">
              <a:defRPr sz="1425" b="0">
                <a:solidFill>
                  <a:srgbClr val="18242B"/>
                </a:solidFill>
                <a:latin typeface="Arial"/>
                <a:ea typeface="Arial"/>
                <a:cs typeface="Arial"/>
              </a:defRPr>
            </a:lvl5pPr>
            <a:lvl6pPr algn="l">
              <a:defRPr sz="1425" b="0">
                <a:solidFill>
                  <a:srgbClr val="18242B"/>
                </a:solidFill>
                <a:latin typeface="Arial"/>
                <a:ea typeface="Arial"/>
                <a:cs typeface="Arial"/>
              </a:defRPr>
            </a:lvl6pPr>
            <a:lvl7pPr algn="l">
              <a:defRPr sz="1425" b="0">
                <a:solidFill>
                  <a:srgbClr val="18242B"/>
                </a:solidFill>
                <a:latin typeface="Arial"/>
                <a:ea typeface="Arial"/>
                <a:cs typeface="Arial"/>
              </a:defRPr>
            </a:lvl7pPr>
            <a:lvl8pPr algn="l">
              <a:defRPr sz="1425" b="0">
                <a:solidFill>
                  <a:srgbClr val="18242B"/>
                </a:solidFill>
                <a:latin typeface="Arial"/>
                <a:ea typeface="Arial"/>
                <a:cs typeface="Arial"/>
              </a:defRPr>
            </a:lvl8pPr>
            <a:lvl9pPr algn="l">
              <a:defRPr sz="1425" b="0">
                <a:solidFill>
                  <a:srgbClr val="18242B"/>
                </a:solidFill>
                <a:latin typeface="Arial"/>
                <a:ea typeface="Arial"/>
                <a:cs typeface="Arial"/>
              </a:defRPr>
            </a:lvl9pPr>
          </a:lstStyle>
          <a:p xmlns:a="http://schemas.openxmlformats.org/drawingml/2006/main">
            <a:pPr algn="l">
              <a:defRPr sz="1425" b="0">
                <a:solidFill>
                  <a:srgbClr val="18242B"/>
                </a:solidFill>
                <a:latin typeface="Arial"/>
                <a:ea typeface="Arial"/>
                <a:cs typeface="Arial"/>
              </a:defRPr>
            </a:pPr>
            <a:r>
              <a:rPr sz="1425" b="0">
                <a:solidFill>
                  <a:srgbClr val="18242B"/>
                </a:solidFill>
                <a:latin typeface="Arial"/>
                <a:ea typeface="Arial"/>
                <a:cs typeface="Arial"/>
              </a:rPr>
              <a:t>Actions, actor labels, timestamps, and linked hashes show how the item was handled in the local record.</a:t>
            </a:r>
          </a:p>
        </p:txBody>
      </p:sp>
      <p:sp>
        <p:nvSpPr>
          <p:cNvPr id="12" name="">
            <a:extLst xmlns:a="http://schemas.openxmlformats.org/drawingml/2006/main">
              <a:ext uri="{FF2B5EF4-FFF2-40B4-BE49-F238E27FC236}">
                <a16:creationId xmlns:a16="http://schemas.microsoft.com/office/drawing/2014/main" id="{E7E63816-4858-407F-83F0-C3F32A8E8AD5}"/>
              </a:ext>
            </a:extLst>
          </p:cNvPr>
          <p:cNvSpPr>
            <a:spLocks xmlns:a="http://schemas.openxmlformats.org/drawingml/2006/main" noGrp="1"/>
          </p:cNvSpPr>
          <p:nvPr/>
        </p:nvSpPr>
        <p:spPr>
          <a:xfrm xmlns:a="http://schemas.openxmlformats.org/drawingml/2006/main">
            <a:off x="762000" y="6496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78858A"/>
                </a:solidFill>
                <a:latin typeface="Arial"/>
                <a:ea typeface="Arial"/>
                <a:cs typeface="Arial"/>
              </a:defRPr>
            </a:defPPr>
            <a:lvl1pPr algn="l">
              <a:defRPr sz="900" b="1">
                <a:solidFill>
                  <a:srgbClr val="78858A"/>
                </a:solidFill>
                <a:latin typeface="Arial"/>
                <a:ea typeface="Arial"/>
                <a:cs typeface="Arial"/>
              </a:defRPr>
            </a:lvl1pPr>
            <a:lvl2pPr algn="l">
              <a:defRPr sz="900" b="1">
                <a:solidFill>
                  <a:srgbClr val="78858A"/>
                </a:solidFill>
                <a:latin typeface="Arial"/>
                <a:ea typeface="Arial"/>
                <a:cs typeface="Arial"/>
              </a:defRPr>
            </a:lvl2pPr>
            <a:lvl3pPr algn="l">
              <a:defRPr sz="900" b="1">
                <a:solidFill>
                  <a:srgbClr val="78858A"/>
                </a:solidFill>
                <a:latin typeface="Arial"/>
                <a:ea typeface="Arial"/>
                <a:cs typeface="Arial"/>
              </a:defRPr>
            </a:lvl3pPr>
            <a:lvl4pPr algn="l">
              <a:defRPr sz="900" b="1">
                <a:solidFill>
                  <a:srgbClr val="78858A"/>
                </a:solidFill>
                <a:latin typeface="Arial"/>
                <a:ea typeface="Arial"/>
                <a:cs typeface="Arial"/>
              </a:defRPr>
            </a:lvl4pPr>
            <a:lvl5pPr algn="l">
              <a:defRPr sz="900" b="1">
                <a:solidFill>
                  <a:srgbClr val="78858A"/>
                </a:solidFill>
                <a:latin typeface="Arial"/>
                <a:ea typeface="Arial"/>
                <a:cs typeface="Arial"/>
              </a:defRPr>
            </a:lvl5pPr>
            <a:lvl6pPr algn="l">
              <a:defRPr sz="900" b="1">
                <a:solidFill>
                  <a:srgbClr val="78858A"/>
                </a:solidFill>
                <a:latin typeface="Arial"/>
                <a:ea typeface="Arial"/>
                <a:cs typeface="Arial"/>
              </a:defRPr>
            </a:lvl6pPr>
            <a:lvl7pPr algn="l">
              <a:defRPr sz="900" b="1">
                <a:solidFill>
                  <a:srgbClr val="78858A"/>
                </a:solidFill>
                <a:latin typeface="Arial"/>
                <a:ea typeface="Arial"/>
                <a:cs typeface="Arial"/>
              </a:defRPr>
            </a:lvl7pPr>
            <a:lvl8pPr algn="l">
              <a:defRPr sz="900" b="1">
                <a:solidFill>
                  <a:srgbClr val="78858A"/>
                </a:solidFill>
                <a:latin typeface="Arial"/>
                <a:ea typeface="Arial"/>
                <a:cs typeface="Arial"/>
              </a:defRPr>
            </a:lvl8pPr>
            <a:lvl9pPr algn="l">
              <a:defRPr sz="900" b="1">
                <a:solidFill>
                  <a:srgbClr val="78858A"/>
                </a:solidFill>
                <a:latin typeface="Arial"/>
                <a:ea typeface="Arial"/>
                <a:cs typeface="Arial"/>
              </a:defRPr>
            </a:lvl9pPr>
          </a:lstStyle>
          <a:p xmlns:a="http://schemas.openxmlformats.org/drawingml/2006/main">
            <a:pPr algn="l">
              <a:defRPr sz="900" b="1">
                <a:solidFill>
                  <a:srgbClr val="78858A"/>
                </a:solidFill>
                <a:latin typeface="Arial"/>
                <a:ea typeface="Arial"/>
                <a:cs typeface="Arial"/>
              </a:defRPr>
            </a:pPr>
            <a:r>
              <a:rPr sz="900" b="1">
                <a:solidFill>
                  <a:srgbClr val="78858A"/>
                </a:solidFill>
                <a:latin typeface="Arial"/>
                <a:ea typeface="Arial"/>
                <a:cs typeface="Arial"/>
              </a:rPr>
              <a:t>PROOFCASE  /  DIGITAL EVIDENCE VAULT</a:t>
            </a:r>
          </a:p>
        </p:txBody>
      </p:sp>
      <p:sp>
        <p:nvSpPr>
          <p:cNvPr id="13" name="">
            <a:extLst xmlns:a="http://schemas.openxmlformats.org/drawingml/2006/main">
              <a:ext uri="{FF2B5EF4-FFF2-40B4-BE49-F238E27FC236}">
                <a16:creationId xmlns:a16="http://schemas.microsoft.com/office/drawing/2014/main" id="{7985B2BF-F75D-4E2D-942C-F92CB3D84D45}"/>
              </a:ext>
            </a:extLst>
          </p:cNvPr>
          <p:cNvSpPr>
            <a:spLocks xmlns:a="http://schemas.openxmlformats.org/drawingml/2006/main" noGrp="1"/>
          </p:cNvSpPr>
          <p:nvPr/>
        </p:nvSpPr>
        <p:spPr>
          <a:xfrm xmlns:a="http://schemas.openxmlformats.org/drawingml/2006/main">
            <a:off x="10668000" y="649605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78858A"/>
                </a:solidFill>
                <a:latin typeface="Arial"/>
                <a:ea typeface="Arial"/>
                <a:cs typeface="Arial"/>
              </a:defRPr>
            </a:defPPr>
            <a:lvl1pPr algn="r">
              <a:defRPr sz="900" b="0">
                <a:solidFill>
                  <a:srgbClr val="78858A"/>
                </a:solidFill>
                <a:latin typeface="Arial"/>
                <a:ea typeface="Arial"/>
                <a:cs typeface="Arial"/>
              </a:defRPr>
            </a:lvl1pPr>
            <a:lvl2pPr algn="r">
              <a:defRPr sz="900" b="0">
                <a:solidFill>
                  <a:srgbClr val="78858A"/>
                </a:solidFill>
                <a:latin typeface="Arial"/>
                <a:ea typeface="Arial"/>
                <a:cs typeface="Arial"/>
              </a:defRPr>
            </a:lvl2pPr>
            <a:lvl3pPr algn="r">
              <a:defRPr sz="900" b="0">
                <a:solidFill>
                  <a:srgbClr val="78858A"/>
                </a:solidFill>
                <a:latin typeface="Arial"/>
                <a:ea typeface="Arial"/>
                <a:cs typeface="Arial"/>
              </a:defRPr>
            </a:lvl3pPr>
            <a:lvl4pPr algn="r">
              <a:defRPr sz="900" b="0">
                <a:solidFill>
                  <a:srgbClr val="78858A"/>
                </a:solidFill>
                <a:latin typeface="Arial"/>
                <a:ea typeface="Arial"/>
                <a:cs typeface="Arial"/>
              </a:defRPr>
            </a:lvl4pPr>
            <a:lvl5pPr algn="r">
              <a:defRPr sz="900" b="0">
                <a:solidFill>
                  <a:srgbClr val="78858A"/>
                </a:solidFill>
                <a:latin typeface="Arial"/>
                <a:ea typeface="Arial"/>
                <a:cs typeface="Arial"/>
              </a:defRPr>
            </a:lvl5pPr>
            <a:lvl6pPr algn="r">
              <a:defRPr sz="900" b="0">
                <a:solidFill>
                  <a:srgbClr val="78858A"/>
                </a:solidFill>
                <a:latin typeface="Arial"/>
                <a:ea typeface="Arial"/>
                <a:cs typeface="Arial"/>
              </a:defRPr>
            </a:lvl6pPr>
            <a:lvl7pPr algn="r">
              <a:defRPr sz="900" b="0">
                <a:solidFill>
                  <a:srgbClr val="78858A"/>
                </a:solidFill>
                <a:latin typeface="Arial"/>
                <a:ea typeface="Arial"/>
                <a:cs typeface="Arial"/>
              </a:defRPr>
            </a:lvl7pPr>
            <a:lvl8pPr algn="r">
              <a:defRPr sz="900" b="0">
                <a:solidFill>
                  <a:srgbClr val="78858A"/>
                </a:solidFill>
                <a:latin typeface="Arial"/>
                <a:ea typeface="Arial"/>
                <a:cs typeface="Arial"/>
              </a:defRPr>
            </a:lvl8pPr>
            <a:lvl9pPr algn="r">
              <a:defRPr sz="900" b="0">
                <a:solidFill>
                  <a:srgbClr val="78858A"/>
                </a:solidFill>
                <a:latin typeface="Arial"/>
                <a:ea typeface="Arial"/>
                <a:cs typeface="Arial"/>
              </a:defRPr>
            </a:lvl9pPr>
          </a:lstStyle>
          <a:p xmlns:a="http://schemas.openxmlformats.org/drawingml/2006/main">
            <a:pPr algn="r">
              <a:defRPr sz="900" b="0">
                <a:solidFill>
                  <a:srgbClr val="78858A"/>
                </a:solidFill>
                <a:latin typeface="Arial"/>
                <a:ea typeface="Arial"/>
                <a:cs typeface="Arial"/>
              </a:defRPr>
            </a:pPr>
            <a:r>
              <a:rPr sz="900" b="0">
                <a:solidFill>
                  <a:srgbClr val="78858A"/>
                </a:solidFill>
                <a:latin typeface="Arial"/>
                <a:ea typeface="Arial"/>
                <a:cs typeface="Arial"/>
              </a:rPr>
              <a:t>07 / 10</a:t>
            </a:r>
          </a:p>
        </p:txBody>
      </p:sp>
    </p:spTree>
    <p:extLst>
      <p:ext uri="{BB962C8B-B14F-4D97-AF65-F5344CB8AC3E}">
        <p14:creationId xmlns:p14="http://schemas.microsoft.com/office/powerpoint/2010/main" val="92242960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8175FB6-823A-4B92-BFD6-0B0103F99E9C}"/>
              </a:ext>
            </a:extLst>
          </p:cNvPr>
          <p:cNvSpPr>
            <a:spLocks xmlns:a="http://schemas.openxmlformats.org/drawingml/2006/main" noGrp="1"/>
          </p:cNvSpPr>
          <p:nvPr/>
        </p:nvSpPr>
        <p:spPr>
          <a:xfrm xmlns:a="http://schemas.openxmlformats.org/drawingml/2006/main">
            <a:off x="762000" y="638175"/>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01D26"/>
                </a:solidFill>
                <a:latin typeface="Arial"/>
                <a:ea typeface="Arial"/>
                <a:cs typeface="Arial"/>
              </a:defRPr>
            </a:defPPr>
            <a:lvl1pPr algn="l">
              <a:defRPr sz="3225" b="1">
                <a:solidFill>
                  <a:srgbClr val="101D26"/>
                </a:solidFill>
                <a:latin typeface="Arial"/>
                <a:ea typeface="Arial"/>
                <a:cs typeface="Arial"/>
              </a:defRPr>
            </a:lvl1pPr>
            <a:lvl2pPr algn="l">
              <a:defRPr sz="3225" b="1">
                <a:solidFill>
                  <a:srgbClr val="101D26"/>
                </a:solidFill>
                <a:latin typeface="Arial"/>
                <a:ea typeface="Arial"/>
                <a:cs typeface="Arial"/>
              </a:defRPr>
            </a:lvl2pPr>
            <a:lvl3pPr algn="l">
              <a:defRPr sz="3225" b="1">
                <a:solidFill>
                  <a:srgbClr val="101D26"/>
                </a:solidFill>
                <a:latin typeface="Arial"/>
                <a:ea typeface="Arial"/>
                <a:cs typeface="Arial"/>
              </a:defRPr>
            </a:lvl3pPr>
            <a:lvl4pPr algn="l">
              <a:defRPr sz="3225" b="1">
                <a:solidFill>
                  <a:srgbClr val="101D26"/>
                </a:solidFill>
                <a:latin typeface="Arial"/>
                <a:ea typeface="Arial"/>
                <a:cs typeface="Arial"/>
              </a:defRPr>
            </a:lvl4pPr>
            <a:lvl5pPr algn="l">
              <a:defRPr sz="3225" b="1">
                <a:solidFill>
                  <a:srgbClr val="101D26"/>
                </a:solidFill>
                <a:latin typeface="Arial"/>
                <a:ea typeface="Arial"/>
                <a:cs typeface="Arial"/>
              </a:defRPr>
            </a:lvl5pPr>
            <a:lvl6pPr algn="l">
              <a:defRPr sz="3225" b="1">
                <a:solidFill>
                  <a:srgbClr val="101D26"/>
                </a:solidFill>
                <a:latin typeface="Arial"/>
                <a:ea typeface="Arial"/>
                <a:cs typeface="Arial"/>
              </a:defRPr>
            </a:lvl6pPr>
            <a:lvl7pPr algn="l">
              <a:defRPr sz="3225" b="1">
                <a:solidFill>
                  <a:srgbClr val="101D26"/>
                </a:solidFill>
                <a:latin typeface="Arial"/>
                <a:ea typeface="Arial"/>
                <a:cs typeface="Arial"/>
              </a:defRPr>
            </a:lvl7pPr>
            <a:lvl8pPr algn="l">
              <a:defRPr sz="3225" b="1">
                <a:solidFill>
                  <a:srgbClr val="101D26"/>
                </a:solidFill>
                <a:latin typeface="Arial"/>
                <a:ea typeface="Arial"/>
                <a:cs typeface="Arial"/>
              </a:defRPr>
            </a:lvl8pPr>
            <a:lvl9pPr algn="l">
              <a:defRPr sz="3225" b="1">
                <a:solidFill>
                  <a:srgbClr val="101D26"/>
                </a:solidFill>
                <a:latin typeface="Arial"/>
                <a:ea typeface="Arial"/>
                <a:cs typeface="Arial"/>
              </a:defRPr>
            </a:lvl9pPr>
          </a:lstStyle>
          <a:p xmlns:a="http://schemas.openxmlformats.org/drawingml/2006/main">
            <a:pPr algn="l">
              <a:defRPr sz="3225" b="1">
                <a:solidFill>
                  <a:srgbClr val="101D26"/>
                </a:solidFill>
                <a:latin typeface="Arial"/>
                <a:ea typeface="Arial"/>
                <a:cs typeface="Arial"/>
              </a:defRPr>
            </a:pPr>
            <a:r>
              <a:rPr sz="3225" b="1">
                <a:solidFill>
                  <a:srgbClr val="101D26"/>
                </a:solidFill>
                <a:latin typeface="Arial"/>
                <a:ea typeface="Arial"/>
                <a:cs typeface="Arial"/>
              </a:rPr>
              <a:t>The current architecture stays in the browser</a:t>
            </a:r>
          </a:p>
        </p:txBody>
      </p:sp>
      <p:sp>
        <p:nvSpPr>
          <p:cNvPr id="2" name="">
            <a:extLst xmlns:a="http://schemas.openxmlformats.org/drawingml/2006/main">
              <a:ext uri="{FF2B5EF4-FFF2-40B4-BE49-F238E27FC236}">
                <a16:creationId xmlns:a16="http://schemas.microsoft.com/office/drawing/2014/main" id="{B2A6AD5C-AD74-4429-94D0-B80E3CE76E30}"/>
              </a:ext>
            </a:extLst>
          </p:cNvPr>
          <p:cNvSpPr>
            <a:spLocks xmlns:a="http://schemas.openxmlformats.org/drawingml/2006/main" noGrp="1"/>
          </p:cNvSpPr>
          <p:nvPr/>
        </p:nvSpPr>
        <p:spPr>
          <a:xfrm xmlns:a="http://schemas.openxmlformats.org/drawingml/2006/main">
            <a:off x="781050" y="12573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6757D"/>
                </a:solidFill>
                <a:latin typeface="Arial"/>
                <a:ea typeface="Arial"/>
                <a:cs typeface="Arial"/>
              </a:defRPr>
            </a:defPPr>
            <a:lvl1pPr algn="l">
              <a:defRPr sz="1575" b="0">
                <a:solidFill>
                  <a:srgbClr val="66757D"/>
                </a:solidFill>
                <a:latin typeface="Arial"/>
                <a:ea typeface="Arial"/>
                <a:cs typeface="Arial"/>
              </a:defRPr>
            </a:lvl1pPr>
            <a:lvl2pPr algn="l">
              <a:defRPr sz="1575" b="0">
                <a:solidFill>
                  <a:srgbClr val="66757D"/>
                </a:solidFill>
                <a:latin typeface="Arial"/>
                <a:ea typeface="Arial"/>
                <a:cs typeface="Arial"/>
              </a:defRPr>
            </a:lvl2pPr>
            <a:lvl3pPr algn="l">
              <a:defRPr sz="1575" b="0">
                <a:solidFill>
                  <a:srgbClr val="66757D"/>
                </a:solidFill>
                <a:latin typeface="Arial"/>
                <a:ea typeface="Arial"/>
                <a:cs typeface="Arial"/>
              </a:defRPr>
            </a:lvl3pPr>
            <a:lvl4pPr algn="l">
              <a:defRPr sz="1575" b="0">
                <a:solidFill>
                  <a:srgbClr val="66757D"/>
                </a:solidFill>
                <a:latin typeface="Arial"/>
                <a:ea typeface="Arial"/>
                <a:cs typeface="Arial"/>
              </a:defRPr>
            </a:lvl4pPr>
            <a:lvl5pPr algn="l">
              <a:defRPr sz="1575" b="0">
                <a:solidFill>
                  <a:srgbClr val="66757D"/>
                </a:solidFill>
                <a:latin typeface="Arial"/>
                <a:ea typeface="Arial"/>
                <a:cs typeface="Arial"/>
              </a:defRPr>
            </a:lvl5pPr>
            <a:lvl6pPr algn="l">
              <a:defRPr sz="1575" b="0">
                <a:solidFill>
                  <a:srgbClr val="66757D"/>
                </a:solidFill>
                <a:latin typeface="Arial"/>
                <a:ea typeface="Arial"/>
                <a:cs typeface="Arial"/>
              </a:defRPr>
            </a:lvl6pPr>
            <a:lvl7pPr algn="l">
              <a:defRPr sz="1575" b="0">
                <a:solidFill>
                  <a:srgbClr val="66757D"/>
                </a:solidFill>
                <a:latin typeface="Arial"/>
                <a:ea typeface="Arial"/>
                <a:cs typeface="Arial"/>
              </a:defRPr>
            </a:lvl7pPr>
            <a:lvl8pPr algn="l">
              <a:defRPr sz="1575" b="0">
                <a:solidFill>
                  <a:srgbClr val="66757D"/>
                </a:solidFill>
                <a:latin typeface="Arial"/>
                <a:ea typeface="Arial"/>
                <a:cs typeface="Arial"/>
              </a:defRPr>
            </a:lvl8pPr>
            <a:lvl9pPr algn="l">
              <a:defRPr sz="1575" b="0">
                <a:solidFill>
                  <a:srgbClr val="66757D"/>
                </a:solidFill>
                <a:latin typeface="Arial"/>
                <a:ea typeface="Arial"/>
                <a:cs typeface="Arial"/>
              </a:defRPr>
            </a:lvl9pPr>
          </a:lstStyle>
          <a:p xmlns:a="http://schemas.openxmlformats.org/drawingml/2006/main">
            <a:pPr algn="l">
              <a:defRPr sz="1575" b="0">
                <a:solidFill>
                  <a:srgbClr val="66757D"/>
                </a:solidFill>
                <a:latin typeface="Arial"/>
                <a:ea typeface="Arial"/>
                <a:cs typeface="Arial"/>
              </a:defRPr>
            </a:pPr>
            <a:r>
              <a:rPr sz="1575" b="0">
                <a:solidFill>
                  <a:srgbClr val="66757D"/>
                </a:solidFill>
                <a:latin typeface="Arial"/>
                <a:ea typeface="Arial"/>
                <a:cs typeface="Arial"/>
              </a:rPr>
              <a:t>The MVP has no application server, shared database, or blockchain connection.</a:t>
            </a:r>
          </a:p>
        </p:txBody>
      </p:sp>
      <p:sp>
        <p:nvSpPr>
          <p:cNvPr id="3" name="browser-boundary">
            <a:extLst xmlns:a="http://schemas.openxmlformats.org/drawingml/2006/main">
              <a:ext uri="{FF2B5EF4-FFF2-40B4-BE49-F238E27FC236}">
                <a16:creationId xmlns:a16="http://schemas.microsoft.com/office/drawing/2014/main" id="{50F3A9BF-D02C-4D2D-BD0E-1667689D5028}"/>
              </a:ext>
            </a:extLst>
          </p:cNvPr>
          <p:cNvSpPr>
            <a:spLocks xmlns:a="http://schemas.openxmlformats.org/drawingml/2006/main" noGrp="1"/>
          </p:cNvSpPr>
          <p:nvPr/>
        </p:nvSpPr>
        <p:spPr>
          <a:xfrm xmlns:a="http://schemas.openxmlformats.org/drawingml/2006/main">
            <a:off x="781050" y="2019300"/>
            <a:ext cx="7334250" cy="3476625"/>
          </a:xfrm>
          <a:prstGeom xmlns:a="http://schemas.openxmlformats.org/drawingml/2006/main" prst="roundRect">
            <a:avLst>
              <a:gd name="adj" fmla="val 1370"/>
            </a:avLst>
          </a:prstGeom>
          <a:solidFill xmlns:a="http://schemas.openxmlformats.org/drawingml/2006/main">
            <a:srgbClr val="F5F3EC"/>
          </a:solidFill>
          <a:ln xmlns:a="http://schemas.openxmlformats.org/drawingml/2006/main" w="9525">
            <a:solidFill>
              <a:srgbClr val="D7DCD8"/>
            </a:solidFill>
            <a:prstDash val="solid"/>
          </a:ln>
        </p:spPr>
      </p:sp>
      <p:sp>
        <p:nvSpPr>
          <p:cNvPr id="4" name="">
            <a:extLst xmlns:a="http://schemas.openxmlformats.org/drawingml/2006/main">
              <a:ext uri="{FF2B5EF4-FFF2-40B4-BE49-F238E27FC236}">
                <a16:creationId xmlns:a16="http://schemas.microsoft.com/office/drawing/2014/main" id="{17544ED4-DB29-4F49-8BEB-9FAF8BFD8A97}"/>
              </a:ext>
            </a:extLst>
          </p:cNvPr>
          <p:cNvSpPr>
            <a:spLocks xmlns:a="http://schemas.openxmlformats.org/drawingml/2006/main" noGrp="1"/>
          </p:cNvSpPr>
          <p:nvPr/>
        </p:nvSpPr>
        <p:spPr>
          <a:xfrm xmlns:a="http://schemas.openxmlformats.org/drawingml/2006/main">
            <a:off x="1028700" y="2209800"/>
            <a:ext cx="295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6757D"/>
                </a:solidFill>
                <a:latin typeface="Arial"/>
                <a:ea typeface="Arial"/>
                <a:cs typeface="Arial"/>
              </a:defRPr>
            </a:defPPr>
            <a:lvl1pPr algn="l">
              <a:defRPr sz="1050" b="1">
                <a:solidFill>
                  <a:srgbClr val="66757D"/>
                </a:solidFill>
                <a:latin typeface="Arial"/>
                <a:ea typeface="Arial"/>
                <a:cs typeface="Arial"/>
              </a:defRPr>
            </a:lvl1pPr>
            <a:lvl2pPr algn="l">
              <a:defRPr sz="1050" b="1">
                <a:solidFill>
                  <a:srgbClr val="66757D"/>
                </a:solidFill>
                <a:latin typeface="Arial"/>
                <a:ea typeface="Arial"/>
                <a:cs typeface="Arial"/>
              </a:defRPr>
            </a:lvl2pPr>
            <a:lvl3pPr algn="l">
              <a:defRPr sz="1050" b="1">
                <a:solidFill>
                  <a:srgbClr val="66757D"/>
                </a:solidFill>
                <a:latin typeface="Arial"/>
                <a:ea typeface="Arial"/>
                <a:cs typeface="Arial"/>
              </a:defRPr>
            </a:lvl3pPr>
            <a:lvl4pPr algn="l">
              <a:defRPr sz="1050" b="1">
                <a:solidFill>
                  <a:srgbClr val="66757D"/>
                </a:solidFill>
                <a:latin typeface="Arial"/>
                <a:ea typeface="Arial"/>
                <a:cs typeface="Arial"/>
              </a:defRPr>
            </a:lvl4pPr>
            <a:lvl5pPr algn="l">
              <a:defRPr sz="1050" b="1">
                <a:solidFill>
                  <a:srgbClr val="66757D"/>
                </a:solidFill>
                <a:latin typeface="Arial"/>
                <a:ea typeface="Arial"/>
                <a:cs typeface="Arial"/>
              </a:defRPr>
            </a:lvl5pPr>
            <a:lvl6pPr algn="l">
              <a:defRPr sz="1050" b="1">
                <a:solidFill>
                  <a:srgbClr val="66757D"/>
                </a:solidFill>
                <a:latin typeface="Arial"/>
                <a:ea typeface="Arial"/>
                <a:cs typeface="Arial"/>
              </a:defRPr>
            </a:lvl6pPr>
            <a:lvl7pPr algn="l">
              <a:defRPr sz="1050" b="1">
                <a:solidFill>
                  <a:srgbClr val="66757D"/>
                </a:solidFill>
                <a:latin typeface="Arial"/>
                <a:ea typeface="Arial"/>
                <a:cs typeface="Arial"/>
              </a:defRPr>
            </a:lvl7pPr>
            <a:lvl8pPr algn="l">
              <a:defRPr sz="1050" b="1">
                <a:solidFill>
                  <a:srgbClr val="66757D"/>
                </a:solidFill>
                <a:latin typeface="Arial"/>
                <a:ea typeface="Arial"/>
                <a:cs typeface="Arial"/>
              </a:defRPr>
            </a:lvl8pPr>
            <a:lvl9pPr algn="l">
              <a:defRPr sz="1050" b="1">
                <a:solidFill>
                  <a:srgbClr val="66757D"/>
                </a:solidFill>
                <a:latin typeface="Arial"/>
                <a:ea typeface="Arial"/>
                <a:cs typeface="Arial"/>
              </a:defRPr>
            </a:lvl9pPr>
          </a:lstStyle>
          <a:p xmlns:a="http://schemas.openxmlformats.org/drawingml/2006/main">
            <a:pPr algn="l">
              <a:defRPr sz="1050" b="1">
                <a:solidFill>
                  <a:srgbClr val="66757D"/>
                </a:solidFill>
                <a:latin typeface="Arial"/>
                <a:ea typeface="Arial"/>
                <a:cs typeface="Arial"/>
              </a:defRPr>
            </a:pPr>
            <a:r>
              <a:rPr sz="1050" b="1">
                <a:solidFill>
                  <a:srgbClr val="66757D"/>
                </a:solidFill>
                <a:latin typeface="Arial"/>
                <a:ea typeface="Arial"/>
                <a:cs typeface="Arial"/>
              </a:rPr>
              <a:t>USER'S BROWSER  /  CURRENT MVP</a:t>
            </a:r>
          </a:p>
        </p:txBody>
      </p:sp>
      <p:sp>
        <p:nvSpPr>
          <p:cNvPr id="5" name="">
            <a:extLst xmlns:a="http://schemas.openxmlformats.org/drawingml/2006/main">
              <a:ext uri="{FF2B5EF4-FFF2-40B4-BE49-F238E27FC236}">
                <a16:creationId xmlns:a16="http://schemas.microsoft.com/office/drawing/2014/main" id="{33AA7F73-1162-4A60-9E24-EC42380B0477}"/>
              </a:ext>
            </a:extLst>
          </p:cNvPr>
          <p:cNvSpPr>
            <a:spLocks xmlns:a="http://schemas.openxmlformats.org/drawingml/2006/main" noGrp="1"/>
          </p:cNvSpPr>
          <p:nvPr/>
        </p:nvSpPr>
        <p:spPr>
          <a:xfrm xmlns:a="http://schemas.openxmlformats.org/drawingml/2006/main">
            <a:off x="1028700" y="2667000"/>
            <a:ext cx="6800850" cy="704850"/>
          </a:xfrm>
          <a:prstGeom xmlns:a="http://schemas.openxmlformats.org/drawingml/2006/main" prst="roundRect">
            <a:avLst>
              <a:gd name="adj" fmla="val 5405"/>
            </a:avLst>
          </a:prstGeom>
          <a:solidFill xmlns:a="http://schemas.openxmlformats.org/drawingml/2006/main">
            <a:srgbClr val="101D26"/>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18FBC80-8BF8-464A-96A4-15BC8426864C}"/>
              </a:ext>
            </a:extLst>
          </p:cNvPr>
          <p:cNvSpPr>
            <a:spLocks xmlns:a="http://schemas.openxmlformats.org/drawingml/2006/main" noGrp="1"/>
          </p:cNvSpPr>
          <p:nvPr/>
        </p:nvSpPr>
        <p:spPr>
          <a:xfrm xmlns:a="http://schemas.openxmlformats.org/drawingml/2006/main">
            <a:off x="1257300" y="2819400"/>
            <a:ext cx="638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Next.js + React interface</a:t>
            </a:r>
          </a:p>
        </p:txBody>
      </p:sp>
      <p:sp>
        <p:nvSpPr>
          <p:cNvPr id="7" name="">
            <a:extLst xmlns:a="http://schemas.openxmlformats.org/drawingml/2006/main">
              <a:ext uri="{FF2B5EF4-FFF2-40B4-BE49-F238E27FC236}">
                <a16:creationId xmlns:a16="http://schemas.microsoft.com/office/drawing/2014/main" id="{5060AB82-301A-4AD7-9DB6-BAC2F6ACB811}"/>
              </a:ext>
            </a:extLst>
          </p:cNvPr>
          <p:cNvSpPr>
            <a:spLocks xmlns:a="http://schemas.openxmlformats.org/drawingml/2006/main" noGrp="1"/>
          </p:cNvSpPr>
          <p:nvPr/>
        </p:nvSpPr>
        <p:spPr>
          <a:xfrm xmlns:a="http://schemas.openxmlformats.org/drawingml/2006/main">
            <a:off x="1257300" y="31432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C4D0D0"/>
                </a:solidFill>
                <a:latin typeface="Arial"/>
                <a:ea typeface="Arial"/>
                <a:cs typeface="Arial"/>
              </a:defRPr>
            </a:defPPr>
            <a:lvl1pPr algn="l">
              <a:defRPr sz="1200" b="0">
                <a:solidFill>
                  <a:srgbClr val="C4D0D0"/>
                </a:solidFill>
                <a:latin typeface="Arial"/>
                <a:ea typeface="Arial"/>
                <a:cs typeface="Arial"/>
              </a:defRPr>
            </a:lvl1pPr>
            <a:lvl2pPr algn="l">
              <a:defRPr sz="1200" b="0">
                <a:solidFill>
                  <a:srgbClr val="C4D0D0"/>
                </a:solidFill>
                <a:latin typeface="Arial"/>
                <a:ea typeface="Arial"/>
                <a:cs typeface="Arial"/>
              </a:defRPr>
            </a:lvl2pPr>
            <a:lvl3pPr algn="l">
              <a:defRPr sz="1200" b="0">
                <a:solidFill>
                  <a:srgbClr val="C4D0D0"/>
                </a:solidFill>
                <a:latin typeface="Arial"/>
                <a:ea typeface="Arial"/>
                <a:cs typeface="Arial"/>
              </a:defRPr>
            </a:lvl3pPr>
            <a:lvl4pPr algn="l">
              <a:defRPr sz="1200" b="0">
                <a:solidFill>
                  <a:srgbClr val="C4D0D0"/>
                </a:solidFill>
                <a:latin typeface="Arial"/>
                <a:ea typeface="Arial"/>
                <a:cs typeface="Arial"/>
              </a:defRPr>
            </a:lvl4pPr>
            <a:lvl5pPr algn="l">
              <a:defRPr sz="1200" b="0">
                <a:solidFill>
                  <a:srgbClr val="C4D0D0"/>
                </a:solidFill>
                <a:latin typeface="Arial"/>
                <a:ea typeface="Arial"/>
                <a:cs typeface="Arial"/>
              </a:defRPr>
            </a:lvl5pPr>
            <a:lvl6pPr algn="l">
              <a:defRPr sz="1200" b="0">
                <a:solidFill>
                  <a:srgbClr val="C4D0D0"/>
                </a:solidFill>
                <a:latin typeface="Arial"/>
                <a:ea typeface="Arial"/>
                <a:cs typeface="Arial"/>
              </a:defRPr>
            </a:lvl6pPr>
            <a:lvl7pPr algn="l">
              <a:defRPr sz="1200" b="0">
                <a:solidFill>
                  <a:srgbClr val="C4D0D0"/>
                </a:solidFill>
                <a:latin typeface="Arial"/>
                <a:ea typeface="Arial"/>
                <a:cs typeface="Arial"/>
              </a:defRPr>
            </a:lvl7pPr>
            <a:lvl8pPr algn="l">
              <a:defRPr sz="1200" b="0">
                <a:solidFill>
                  <a:srgbClr val="C4D0D0"/>
                </a:solidFill>
                <a:latin typeface="Arial"/>
                <a:ea typeface="Arial"/>
                <a:cs typeface="Arial"/>
              </a:defRPr>
            </a:lvl8pPr>
            <a:lvl9pPr algn="l">
              <a:defRPr sz="1200" b="0">
                <a:solidFill>
                  <a:srgbClr val="C4D0D0"/>
                </a:solidFill>
                <a:latin typeface="Arial"/>
                <a:ea typeface="Arial"/>
                <a:cs typeface="Arial"/>
              </a:defRPr>
            </a:lvl9pPr>
          </a:lstStyle>
          <a:p xmlns:a="http://schemas.openxmlformats.org/drawingml/2006/main">
            <a:pPr algn="l">
              <a:defRPr sz="1200" b="0">
                <a:solidFill>
                  <a:srgbClr val="C4D0D0"/>
                </a:solidFill>
                <a:latin typeface="Arial"/>
                <a:ea typeface="Arial"/>
                <a:cs typeface="Arial"/>
              </a:defRPr>
            </a:pPr>
            <a:r>
              <a:rPr sz="1200" b="0">
                <a:solidFill>
                  <a:srgbClr val="C4D0D0"/>
                </a:solidFill>
                <a:latin typeface="Arial"/>
                <a:ea typeface="Arial"/>
                <a:cs typeface="Arial"/>
              </a:rPr>
              <a:t>Dashboard, upload form, evidence detail, search and filters</a:t>
            </a:r>
          </a:p>
        </p:txBody>
      </p:sp>
      <p:sp>
        <p:nvSpPr>
          <p:cNvPr id="8" name="">
            <a:extLst xmlns:a="http://schemas.openxmlformats.org/drawingml/2006/main">
              <a:ext uri="{FF2B5EF4-FFF2-40B4-BE49-F238E27FC236}">
                <a16:creationId xmlns:a16="http://schemas.microsoft.com/office/drawing/2014/main" id="{ED04CA3B-2A11-4C12-93D2-4CFE076611B1}"/>
              </a:ext>
            </a:extLst>
          </p:cNvPr>
          <p:cNvSpPr>
            <a:spLocks xmlns:a="http://schemas.openxmlformats.org/drawingml/2006/main" noGrp="1"/>
          </p:cNvSpPr>
          <p:nvPr/>
        </p:nvSpPr>
        <p:spPr>
          <a:xfrm xmlns:a="http://schemas.openxmlformats.org/drawingml/2006/main">
            <a:off x="1028700" y="3810000"/>
            <a:ext cx="2095500" cy="1200150"/>
          </a:xfrm>
          <a:prstGeom xmlns:a="http://schemas.openxmlformats.org/drawingml/2006/main" prst="roundRect">
            <a:avLst>
              <a:gd name="adj" fmla="val 3175"/>
            </a:avLst>
          </a:prstGeom>
          <a:solidFill xmlns:a="http://schemas.openxmlformats.org/drawingml/2006/main">
            <a:srgbClr val="DDF4EE"/>
          </a:solidFill>
          <a:ln xmlns:a="http://schemas.openxmlformats.org/drawingml/2006/main" w="9525">
            <a:solidFill>
              <a:srgbClr val="D7DCD8"/>
            </a:solidFill>
            <a:prstDash val="solid"/>
          </a:ln>
        </p:spPr>
      </p:sp>
      <p:sp>
        <p:nvSpPr>
          <p:cNvPr id="9" name="">
            <a:extLst xmlns:a="http://schemas.openxmlformats.org/drawingml/2006/main">
              <a:ext uri="{FF2B5EF4-FFF2-40B4-BE49-F238E27FC236}">
                <a16:creationId xmlns:a16="http://schemas.microsoft.com/office/drawing/2014/main" id="{7C1C1DD3-92CD-4F1F-AEBD-FAB7FBBD79D8}"/>
              </a:ext>
            </a:extLst>
          </p:cNvPr>
          <p:cNvSpPr>
            <a:spLocks xmlns:a="http://schemas.openxmlformats.org/drawingml/2006/main" noGrp="1"/>
          </p:cNvSpPr>
          <p:nvPr/>
        </p:nvSpPr>
        <p:spPr>
          <a:xfrm xmlns:a="http://schemas.openxmlformats.org/drawingml/2006/main">
            <a:off x="1181100" y="39909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01D26"/>
                </a:solidFill>
                <a:latin typeface="Arial"/>
                <a:ea typeface="Arial"/>
                <a:cs typeface="Arial"/>
              </a:defRPr>
            </a:defPPr>
            <a:lvl1pPr algn="l">
              <a:defRPr sz="1575" b="1">
                <a:solidFill>
                  <a:srgbClr val="101D26"/>
                </a:solidFill>
                <a:latin typeface="Arial"/>
                <a:ea typeface="Arial"/>
                <a:cs typeface="Arial"/>
              </a:defRPr>
            </a:lvl1pPr>
            <a:lvl2pPr algn="l">
              <a:defRPr sz="1575" b="1">
                <a:solidFill>
                  <a:srgbClr val="101D26"/>
                </a:solidFill>
                <a:latin typeface="Arial"/>
                <a:ea typeface="Arial"/>
                <a:cs typeface="Arial"/>
              </a:defRPr>
            </a:lvl2pPr>
            <a:lvl3pPr algn="l">
              <a:defRPr sz="1575" b="1">
                <a:solidFill>
                  <a:srgbClr val="101D26"/>
                </a:solidFill>
                <a:latin typeface="Arial"/>
                <a:ea typeface="Arial"/>
                <a:cs typeface="Arial"/>
              </a:defRPr>
            </a:lvl3pPr>
            <a:lvl4pPr algn="l">
              <a:defRPr sz="1575" b="1">
                <a:solidFill>
                  <a:srgbClr val="101D26"/>
                </a:solidFill>
                <a:latin typeface="Arial"/>
                <a:ea typeface="Arial"/>
                <a:cs typeface="Arial"/>
              </a:defRPr>
            </a:lvl4pPr>
            <a:lvl5pPr algn="l">
              <a:defRPr sz="1575" b="1">
                <a:solidFill>
                  <a:srgbClr val="101D26"/>
                </a:solidFill>
                <a:latin typeface="Arial"/>
                <a:ea typeface="Arial"/>
                <a:cs typeface="Arial"/>
              </a:defRPr>
            </a:lvl5pPr>
            <a:lvl6pPr algn="l">
              <a:defRPr sz="1575" b="1">
                <a:solidFill>
                  <a:srgbClr val="101D26"/>
                </a:solidFill>
                <a:latin typeface="Arial"/>
                <a:ea typeface="Arial"/>
                <a:cs typeface="Arial"/>
              </a:defRPr>
            </a:lvl6pPr>
            <a:lvl7pPr algn="l">
              <a:defRPr sz="1575" b="1">
                <a:solidFill>
                  <a:srgbClr val="101D26"/>
                </a:solidFill>
                <a:latin typeface="Arial"/>
                <a:ea typeface="Arial"/>
                <a:cs typeface="Arial"/>
              </a:defRPr>
            </a:lvl7pPr>
            <a:lvl8pPr algn="l">
              <a:defRPr sz="1575" b="1">
                <a:solidFill>
                  <a:srgbClr val="101D26"/>
                </a:solidFill>
                <a:latin typeface="Arial"/>
                <a:ea typeface="Arial"/>
                <a:cs typeface="Arial"/>
              </a:defRPr>
            </a:lvl8pPr>
            <a:lvl9pPr algn="l">
              <a:defRPr sz="1575" b="1">
                <a:solidFill>
                  <a:srgbClr val="101D26"/>
                </a:solidFill>
                <a:latin typeface="Arial"/>
                <a:ea typeface="Arial"/>
                <a:cs typeface="Arial"/>
              </a:defRPr>
            </a:lvl9pPr>
          </a:lstStyle>
          <a:p xmlns:a="http://schemas.openxmlformats.org/drawingml/2006/main">
            <a:pPr algn="l">
              <a:defRPr sz="1575" b="1">
                <a:solidFill>
                  <a:srgbClr val="101D26"/>
                </a:solidFill>
                <a:latin typeface="Arial"/>
                <a:ea typeface="Arial"/>
                <a:cs typeface="Arial"/>
              </a:defRPr>
            </a:pPr>
            <a:r>
              <a:rPr sz="1575" b="1">
                <a:solidFill>
                  <a:srgbClr val="101D26"/>
                </a:solidFill>
                <a:latin typeface="Arial"/>
                <a:ea typeface="Arial"/>
                <a:cs typeface="Arial"/>
              </a:rPr>
              <a:t>Web Crypto</a:t>
            </a:r>
          </a:p>
        </p:txBody>
      </p:sp>
      <p:sp>
        <p:nvSpPr>
          <p:cNvPr id="10" name="">
            <a:extLst xmlns:a="http://schemas.openxmlformats.org/drawingml/2006/main">
              <a:ext uri="{FF2B5EF4-FFF2-40B4-BE49-F238E27FC236}">
                <a16:creationId xmlns:a16="http://schemas.microsoft.com/office/drawing/2014/main" id="{54F1FC63-591B-41DF-B5BB-0901E9DB9CE5}"/>
              </a:ext>
            </a:extLst>
          </p:cNvPr>
          <p:cNvSpPr>
            <a:spLocks xmlns:a="http://schemas.openxmlformats.org/drawingml/2006/main" noGrp="1"/>
          </p:cNvSpPr>
          <p:nvPr/>
        </p:nvSpPr>
        <p:spPr>
          <a:xfrm xmlns:a="http://schemas.openxmlformats.org/drawingml/2006/main">
            <a:off x="1181100" y="4362450"/>
            <a:ext cx="1809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6757D"/>
                </a:solidFill>
                <a:latin typeface="Arial"/>
                <a:ea typeface="Arial"/>
                <a:cs typeface="Arial"/>
              </a:defRPr>
            </a:defPPr>
            <a:lvl1pPr algn="l">
              <a:defRPr sz="1275" b="0">
                <a:solidFill>
                  <a:srgbClr val="66757D"/>
                </a:solidFill>
                <a:latin typeface="Arial"/>
                <a:ea typeface="Arial"/>
                <a:cs typeface="Arial"/>
              </a:defRPr>
            </a:lvl1pPr>
            <a:lvl2pPr algn="l">
              <a:defRPr sz="1275" b="0">
                <a:solidFill>
                  <a:srgbClr val="66757D"/>
                </a:solidFill>
                <a:latin typeface="Arial"/>
                <a:ea typeface="Arial"/>
                <a:cs typeface="Arial"/>
              </a:defRPr>
            </a:lvl2pPr>
            <a:lvl3pPr algn="l">
              <a:defRPr sz="1275" b="0">
                <a:solidFill>
                  <a:srgbClr val="66757D"/>
                </a:solidFill>
                <a:latin typeface="Arial"/>
                <a:ea typeface="Arial"/>
                <a:cs typeface="Arial"/>
              </a:defRPr>
            </a:lvl3pPr>
            <a:lvl4pPr algn="l">
              <a:defRPr sz="1275" b="0">
                <a:solidFill>
                  <a:srgbClr val="66757D"/>
                </a:solidFill>
                <a:latin typeface="Arial"/>
                <a:ea typeface="Arial"/>
                <a:cs typeface="Arial"/>
              </a:defRPr>
            </a:lvl4pPr>
            <a:lvl5pPr algn="l">
              <a:defRPr sz="1275" b="0">
                <a:solidFill>
                  <a:srgbClr val="66757D"/>
                </a:solidFill>
                <a:latin typeface="Arial"/>
                <a:ea typeface="Arial"/>
                <a:cs typeface="Arial"/>
              </a:defRPr>
            </a:lvl5pPr>
            <a:lvl6pPr algn="l">
              <a:defRPr sz="1275" b="0">
                <a:solidFill>
                  <a:srgbClr val="66757D"/>
                </a:solidFill>
                <a:latin typeface="Arial"/>
                <a:ea typeface="Arial"/>
                <a:cs typeface="Arial"/>
              </a:defRPr>
            </a:lvl6pPr>
            <a:lvl7pPr algn="l">
              <a:defRPr sz="1275" b="0">
                <a:solidFill>
                  <a:srgbClr val="66757D"/>
                </a:solidFill>
                <a:latin typeface="Arial"/>
                <a:ea typeface="Arial"/>
                <a:cs typeface="Arial"/>
              </a:defRPr>
            </a:lvl7pPr>
            <a:lvl8pPr algn="l">
              <a:defRPr sz="1275" b="0">
                <a:solidFill>
                  <a:srgbClr val="66757D"/>
                </a:solidFill>
                <a:latin typeface="Arial"/>
                <a:ea typeface="Arial"/>
                <a:cs typeface="Arial"/>
              </a:defRPr>
            </a:lvl8pPr>
            <a:lvl9pPr algn="l">
              <a:defRPr sz="1275" b="0">
                <a:solidFill>
                  <a:srgbClr val="66757D"/>
                </a:solidFill>
                <a:latin typeface="Arial"/>
                <a:ea typeface="Arial"/>
                <a:cs typeface="Arial"/>
              </a:defRPr>
            </a:lvl9pPr>
          </a:lstStyle>
          <a:p xmlns:a="http://schemas.openxmlformats.org/drawingml/2006/main">
            <a:pPr algn="l">
              <a:defRPr sz="1275" b="0">
                <a:solidFill>
                  <a:srgbClr val="66757D"/>
                </a:solidFill>
                <a:latin typeface="Arial"/>
                <a:ea typeface="Arial"/>
                <a:cs typeface="Arial"/>
              </a:defRPr>
            </a:pPr>
            <a:r>
              <a:rPr sz="1275" b="0">
                <a:solidFill>
                  <a:srgbClr val="66757D"/>
                </a:solidFill>
                <a:latin typeface="Arial"/>
                <a:ea typeface="Arial"/>
                <a:cs typeface="Arial"/>
              </a:rPr>
              <a:t>SHA-256 fingerprints</a:t>
            </a:r>
          </a:p>
          <a:p xmlns:a="http://schemas.openxmlformats.org/drawingml/2006/main">
            <a:pPr algn="l">
              <a:defRPr sz="1275" b="0">
                <a:solidFill>
                  <a:srgbClr val="66757D"/>
                </a:solidFill>
                <a:latin typeface="Arial"/>
                <a:ea typeface="Arial"/>
                <a:cs typeface="Arial"/>
              </a:defRPr>
            </a:pPr>
            <a:r>
              <a:rPr sz="1275" b="0">
                <a:solidFill>
                  <a:srgbClr val="66757D"/>
                </a:solidFill>
                <a:latin typeface="Arial"/>
                <a:ea typeface="Arial"/>
                <a:cs typeface="Arial"/>
              </a:rPr>
              <a:t>and event hashes</a:t>
            </a:r>
          </a:p>
        </p:txBody>
      </p:sp>
      <p:sp>
        <p:nvSpPr>
          <p:cNvPr id="11" name="">
            <a:extLst xmlns:a="http://schemas.openxmlformats.org/drawingml/2006/main">
              <a:ext uri="{FF2B5EF4-FFF2-40B4-BE49-F238E27FC236}">
                <a16:creationId xmlns:a16="http://schemas.microsoft.com/office/drawing/2014/main" id="{E39BFEDB-6123-4D93-9B6F-03F4D4CC19FE}"/>
              </a:ext>
            </a:extLst>
          </p:cNvPr>
          <p:cNvSpPr>
            <a:spLocks xmlns:a="http://schemas.openxmlformats.org/drawingml/2006/main" noGrp="1"/>
          </p:cNvSpPr>
          <p:nvPr/>
        </p:nvSpPr>
        <p:spPr>
          <a:xfrm xmlns:a="http://schemas.openxmlformats.org/drawingml/2006/main">
            <a:off x="3352800" y="3810000"/>
            <a:ext cx="2095500" cy="1200150"/>
          </a:xfrm>
          <a:prstGeom xmlns:a="http://schemas.openxmlformats.org/drawingml/2006/main" prst="roundRect">
            <a:avLst>
              <a:gd name="adj" fmla="val 3175"/>
            </a:avLst>
          </a:prstGeom>
          <a:solidFill xmlns:a="http://schemas.openxmlformats.org/drawingml/2006/main">
            <a:srgbClr val="FFFFFF"/>
          </a:solidFill>
          <a:ln xmlns:a="http://schemas.openxmlformats.org/drawingml/2006/main" w="9525">
            <a:solidFill>
              <a:srgbClr val="D7DCD8"/>
            </a:solidFill>
            <a:prstDash val="solid"/>
          </a:ln>
        </p:spPr>
      </p:sp>
      <p:sp>
        <p:nvSpPr>
          <p:cNvPr id="12" name="">
            <a:extLst xmlns:a="http://schemas.openxmlformats.org/drawingml/2006/main">
              <a:ext uri="{FF2B5EF4-FFF2-40B4-BE49-F238E27FC236}">
                <a16:creationId xmlns:a16="http://schemas.microsoft.com/office/drawing/2014/main" id="{85083B66-FF24-4E16-BF5F-8E652DFD31B1}"/>
              </a:ext>
            </a:extLst>
          </p:cNvPr>
          <p:cNvSpPr>
            <a:spLocks xmlns:a="http://schemas.openxmlformats.org/drawingml/2006/main" noGrp="1"/>
          </p:cNvSpPr>
          <p:nvPr/>
        </p:nvSpPr>
        <p:spPr>
          <a:xfrm xmlns:a="http://schemas.openxmlformats.org/drawingml/2006/main">
            <a:off x="3505200" y="39909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01D26"/>
                </a:solidFill>
                <a:latin typeface="Arial"/>
                <a:ea typeface="Arial"/>
                <a:cs typeface="Arial"/>
              </a:defRPr>
            </a:defPPr>
            <a:lvl1pPr algn="l">
              <a:defRPr sz="1575" b="1">
                <a:solidFill>
                  <a:srgbClr val="101D26"/>
                </a:solidFill>
                <a:latin typeface="Arial"/>
                <a:ea typeface="Arial"/>
                <a:cs typeface="Arial"/>
              </a:defRPr>
            </a:lvl1pPr>
            <a:lvl2pPr algn="l">
              <a:defRPr sz="1575" b="1">
                <a:solidFill>
                  <a:srgbClr val="101D26"/>
                </a:solidFill>
                <a:latin typeface="Arial"/>
                <a:ea typeface="Arial"/>
                <a:cs typeface="Arial"/>
              </a:defRPr>
            </a:lvl2pPr>
            <a:lvl3pPr algn="l">
              <a:defRPr sz="1575" b="1">
                <a:solidFill>
                  <a:srgbClr val="101D26"/>
                </a:solidFill>
                <a:latin typeface="Arial"/>
                <a:ea typeface="Arial"/>
                <a:cs typeface="Arial"/>
              </a:defRPr>
            </a:lvl3pPr>
            <a:lvl4pPr algn="l">
              <a:defRPr sz="1575" b="1">
                <a:solidFill>
                  <a:srgbClr val="101D26"/>
                </a:solidFill>
                <a:latin typeface="Arial"/>
                <a:ea typeface="Arial"/>
                <a:cs typeface="Arial"/>
              </a:defRPr>
            </a:lvl4pPr>
            <a:lvl5pPr algn="l">
              <a:defRPr sz="1575" b="1">
                <a:solidFill>
                  <a:srgbClr val="101D26"/>
                </a:solidFill>
                <a:latin typeface="Arial"/>
                <a:ea typeface="Arial"/>
                <a:cs typeface="Arial"/>
              </a:defRPr>
            </a:lvl5pPr>
            <a:lvl6pPr algn="l">
              <a:defRPr sz="1575" b="1">
                <a:solidFill>
                  <a:srgbClr val="101D26"/>
                </a:solidFill>
                <a:latin typeface="Arial"/>
                <a:ea typeface="Arial"/>
                <a:cs typeface="Arial"/>
              </a:defRPr>
            </a:lvl6pPr>
            <a:lvl7pPr algn="l">
              <a:defRPr sz="1575" b="1">
                <a:solidFill>
                  <a:srgbClr val="101D26"/>
                </a:solidFill>
                <a:latin typeface="Arial"/>
                <a:ea typeface="Arial"/>
                <a:cs typeface="Arial"/>
              </a:defRPr>
            </a:lvl7pPr>
            <a:lvl8pPr algn="l">
              <a:defRPr sz="1575" b="1">
                <a:solidFill>
                  <a:srgbClr val="101D26"/>
                </a:solidFill>
                <a:latin typeface="Arial"/>
                <a:ea typeface="Arial"/>
                <a:cs typeface="Arial"/>
              </a:defRPr>
            </a:lvl8pPr>
            <a:lvl9pPr algn="l">
              <a:defRPr sz="1575" b="1">
                <a:solidFill>
                  <a:srgbClr val="101D26"/>
                </a:solidFill>
                <a:latin typeface="Arial"/>
                <a:ea typeface="Arial"/>
                <a:cs typeface="Arial"/>
              </a:defRPr>
            </a:lvl9pPr>
          </a:lstStyle>
          <a:p xmlns:a="http://schemas.openxmlformats.org/drawingml/2006/main">
            <a:pPr algn="l">
              <a:defRPr sz="1575" b="1">
                <a:solidFill>
                  <a:srgbClr val="101D26"/>
                </a:solidFill>
                <a:latin typeface="Arial"/>
                <a:ea typeface="Arial"/>
                <a:cs typeface="Arial"/>
              </a:defRPr>
            </a:pPr>
            <a:r>
              <a:rPr sz="1575" b="1">
                <a:solidFill>
                  <a:srgbClr val="101D26"/>
                </a:solidFill>
                <a:latin typeface="Arial"/>
                <a:ea typeface="Arial"/>
                <a:cs typeface="Arial"/>
              </a:rPr>
              <a:t>IndexedDB</a:t>
            </a:r>
          </a:p>
        </p:txBody>
      </p:sp>
      <p:sp>
        <p:nvSpPr>
          <p:cNvPr id="13" name="">
            <a:extLst xmlns:a="http://schemas.openxmlformats.org/drawingml/2006/main">
              <a:ext uri="{FF2B5EF4-FFF2-40B4-BE49-F238E27FC236}">
                <a16:creationId xmlns:a16="http://schemas.microsoft.com/office/drawing/2014/main" id="{3C7DE385-5904-44EE-BA27-7E6932B39DB9}"/>
              </a:ext>
            </a:extLst>
          </p:cNvPr>
          <p:cNvSpPr>
            <a:spLocks xmlns:a="http://schemas.openxmlformats.org/drawingml/2006/main" noGrp="1"/>
          </p:cNvSpPr>
          <p:nvPr/>
        </p:nvSpPr>
        <p:spPr>
          <a:xfrm xmlns:a="http://schemas.openxmlformats.org/drawingml/2006/main">
            <a:off x="3505200" y="4362450"/>
            <a:ext cx="1809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6757D"/>
                </a:solidFill>
                <a:latin typeface="Arial"/>
                <a:ea typeface="Arial"/>
                <a:cs typeface="Arial"/>
              </a:defRPr>
            </a:defPPr>
            <a:lvl1pPr algn="l">
              <a:defRPr sz="1275" b="0">
                <a:solidFill>
                  <a:srgbClr val="66757D"/>
                </a:solidFill>
                <a:latin typeface="Arial"/>
                <a:ea typeface="Arial"/>
                <a:cs typeface="Arial"/>
              </a:defRPr>
            </a:lvl1pPr>
            <a:lvl2pPr algn="l">
              <a:defRPr sz="1275" b="0">
                <a:solidFill>
                  <a:srgbClr val="66757D"/>
                </a:solidFill>
                <a:latin typeface="Arial"/>
                <a:ea typeface="Arial"/>
                <a:cs typeface="Arial"/>
              </a:defRPr>
            </a:lvl2pPr>
            <a:lvl3pPr algn="l">
              <a:defRPr sz="1275" b="0">
                <a:solidFill>
                  <a:srgbClr val="66757D"/>
                </a:solidFill>
                <a:latin typeface="Arial"/>
                <a:ea typeface="Arial"/>
                <a:cs typeface="Arial"/>
              </a:defRPr>
            </a:lvl3pPr>
            <a:lvl4pPr algn="l">
              <a:defRPr sz="1275" b="0">
                <a:solidFill>
                  <a:srgbClr val="66757D"/>
                </a:solidFill>
                <a:latin typeface="Arial"/>
                <a:ea typeface="Arial"/>
                <a:cs typeface="Arial"/>
              </a:defRPr>
            </a:lvl4pPr>
            <a:lvl5pPr algn="l">
              <a:defRPr sz="1275" b="0">
                <a:solidFill>
                  <a:srgbClr val="66757D"/>
                </a:solidFill>
                <a:latin typeface="Arial"/>
                <a:ea typeface="Arial"/>
                <a:cs typeface="Arial"/>
              </a:defRPr>
            </a:lvl5pPr>
            <a:lvl6pPr algn="l">
              <a:defRPr sz="1275" b="0">
                <a:solidFill>
                  <a:srgbClr val="66757D"/>
                </a:solidFill>
                <a:latin typeface="Arial"/>
                <a:ea typeface="Arial"/>
                <a:cs typeface="Arial"/>
              </a:defRPr>
            </a:lvl6pPr>
            <a:lvl7pPr algn="l">
              <a:defRPr sz="1275" b="0">
                <a:solidFill>
                  <a:srgbClr val="66757D"/>
                </a:solidFill>
                <a:latin typeface="Arial"/>
                <a:ea typeface="Arial"/>
                <a:cs typeface="Arial"/>
              </a:defRPr>
            </a:lvl7pPr>
            <a:lvl8pPr algn="l">
              <a:defRPr sz="1275" b="0">
                <a:solidFill>
                  <a:srgbClr val="66757D"/>
                </a:solidFill>
                <a:latin typeface="Arial"/>
                <a:ea typeface="Arial"/>
                <a:cs typeface="Arial"/>
              </a:defRPr>
            </a:lvl8pPr>
            <a:lvl9pPr algn="l">
              <a:defRPr sz="1275" b="0">
                <a:solidFill>
                  <a:srgbClr val="66757D"/>
                </a:solidFill>
                <a:latin typeface="Arial"/>
                <a:ea typeface="Arial"/>
                <a:cs typeface="Arial"/>
              </a:defRPr>
            </a:lvl9pPr>
          </a:lstStyle>
          <a:p xmlns:a="http://schemas.openxmlformats.org/drawingml/2006/main">
            <a:pPr algn="l">
              <a:defRPr sz="1275" b="0">
                <a:solidFill>
                  <a:srgbClr val="66757D"/>
                </a:solidFill>
                <a:latin typeface="Arial"/>
                <a:ea typeface="Arial"/>
                <a:cs typeface="Arial"/>
              </a:defRPr>
            </a:pPr>
            <a:r>
              <a:rPr sz="1275" b="0">
                <a:solidFill>
                  <a:srgbClr val="66757D"/>
                </a:solidFill>
                <a:latin typeface="Arial"/>
                <a:ea typeface="Arial"/>
                <a:cs typeface="Arial"/>
              </a:rPr>
              <a:t>Uploaded file</a:t>
            </a:r>
          </a:p>
          <a:p xmlns:a="http://schemas.openxmlformats.org/drawingml/2006/main">
            <a:pPr algn="l">
              <a:defRPr sz="1275" b="0">
                <a:solidFill>
                  <a:srgbClr val="66757D"/>
                </a:solidFill>
                <a:latin typeface="Arial"/>
                <a:ea typeface="Arial"/>
                <a:cs typeface="Arial"/>
              </a:defRPr>
            </a:pPr>
            <a:r>
              <a:rPr sz="1275" b="0">
                <a:solidFill>
                  <a:srgbClr val="66757D"/>
                </a:solidFill>
                <a:latin typeface="Arial"/>
                <a:ea typeface="Arial"/>
                <a:cs typeface="Arial"/>
              </a:rPr>
              <a:t>contents</a:t>
            </a:r>
          </a:p>
        </p:txBody>
      </p:sp>
      <p:sp>
        <p:nvSpPr>
          <p:cNvPr id="14" name="">
            <a:extLst xmlns:a="http://schemas.openxmlformats.org/drawingml/2006/main">
              <a:ext uri="{FF2B5EF4-FFF2-40B4-BE49-F238E27FC236}">
                <a16:creationId xmlns:a16="http://schemas.microsoft.com/office/drawing/2014/main" id="{6CD58601-1F48-40CE-86C0-D22085371698}"/>
              </a:ext>
            </a:extLst>
          </p:cNvPr>
          <p:cNvSpPr>
            <a:spLocks xmlns:a="http://schemas.openxmlformats.org/drawingml/2006/main" noGrp="1"/>
          </p:cNvSpPr>
          <p:nvPr/>
        </p:nvSpPr>
        <p:spPr>
          <a:xfrm xmlns:a="http://schemas.openxmlformats.org/drawingml/2006/main">
            <a:off x="5676900" y="3810000"/>
            <a:ext cx="2095500" cy="1200150"/>
          </a:xfrm>
          <a:prstGeom xmlns:a="http://schemas.openxmlformats.org/drawingml/2006/main" prst="roundRect">
            <a:avLst>
              <a:gd name="adj" fmla="val 3175"/>
            </a:avLst>
          </a:prstGeom>
          <a:solidFill xmlns:a="http://schemas.openxmlformats.org/drawingml/2006/main">
            <a:srgbClr val="FFFFFF"/>
          </a:solidFill>
          <a:ln xmlns:a="http://schemas.openxmlformats.org/drawingml/2006/main" w="9525">
            <a:solidFill>
              <a:srgbClr val="D7DCD8"/>
            </a:solidFill>
            <a:prstDash val="solid"/>
          </a:ln>
        </p:spPr>
      </p:sp>
      <p:sp>
        <p:nvSpPr>
          <p:cNvPr id="15" name="">
            <a:extLst xmlns:a="http://schemas.openxmlformats.org/drawingml/2006/main">
              <a:ext uri="{FF2B5EF4-FFF2-40B4-BE49-F238E27FC236}">
                <a16:creationId xmlns:a16="http://schemas.microsoft.com/office/drawing/2014/main" id="{84232452-45A2-45F2-9641-B7D663B7651B}"/>
              </a:ext>
            </a:extLst>
          </p:cNvPr>
          <p:cNvSpPr>
            <a:spLocks xmlns:a="http://schemas.openxmlformats.org/drawingml/2006/main" noGrp="1"/>
          </p:cNvSpPr>
          <p:nvPr/>
        </p:nvSpPr>
        <p:spPr>
          <a:xfrm xmlns:a="http://schemas.openxmlformats.org/drawingml/2006/main">
            <a:off x="5829300" y="39909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01D26"/>
                </a:solidFill>
                <a:latin typeface="Arial"/>
                <a:ea typeface="Arial"/>
                <a:cs typeface="Arial"/>
              </a:defRPr>
            </a:defPPr>
            <a:lvl1pPr algn="l">
              <a:defRPr sz="1575" b="1">
                <a:solidFill>
                  <a:srgbClr val="101D26"/>
                </a:solidFill>
                <a:latin typeface="Arial"/>
                <a:ea typeface="Arial"/>
                <a:cs typeface="Arial"/>
              </a:defRPr>
            </a:lvl1pPr>
            <a:lvl2pPr algn="l">
              <a:defRPr sz="1575" b="1">
                <a:solidFill>
                  <a:srgbClr val="101D26"/>
                </a:solidFill>
                <a:latin typeface="Arial"/>
                <a:ea typeface="Arial"/>
                <a:cs typeface="Arial"/>
              </a:defRPr>
            </a:lvl2pPr>
            <a:lvl3pPr algn="l">
              <a:defRPr sz="1575" b="1">
                <a:solidFill>
                  <a:srgbClr val="101D26"/>
                </a:solidFill>
                <a:latin typeface="Arial"/>
                <a:ea typeface="Arial"/>
                <a:cs typeface="Arial"/>
              </a:defRPr>
            </a:lvl3pPr>
            <a:lvl4pPr algn="l">
              <a:defRPr sz="1575" b="1">
                <a:solidFill>
                  <a:srgbClr val="101D26"/>
                </a:solidFill>
                <a:latin typeface="Arial"/>
                <a:ea typeface="Arial"/>
                <a:cs typeface="Arial"/>
              </a:defRPr>
            </a:lvl4pPr>
            <a:lvl5pPr algn="l">
              <a:defRPr sz="1575" b="1">
                <a:solidFill>
                  <a:srgbClr val="101D26"/>
                </a:solidFill>
                <a:latin typeface="Arial"/>
                <a:ea typeface="Arial"/>
                <a:cs typeface="Arial"/>
              </a:defRPr>
            </a:lvl5pPr>
            <a:lvl6pPr algn="l">
              <a:defRPr sz="1575" b="1">
                <a:solidFill>
                  <a:srgbClr val="101D26"/>
                </a:solidFill>
                <a:latin typeface="Arial"/>
                <a:ea typeface="Arial"/>
                <a:cs typeface="Arial"/>
              </a:defRPr>
            </a:lvl6pPr>
            <a:lvl7pPr algn="l">
              <a:defRPr sz="1575" b="1">
                <a:solidFill>
                  <a:srgbClr val="101D26"/>
                </a:solidFill>
                <a:latin typeface="Arial"/>
                <a:ea typeface="Arial"/>
                <a:cs typeface="Arial"/>
              </a:defRPr>
            </a:lvl7pPr>
            <a:lvl8pPr algn="l">
              <a:defRPr sz="1575" b="1">
                <a:solidFill>
                  <a:srgbClr val="101D26"/>
                </a:solidFill>
                <a:latin typeface="Arial"/>
                <a:ea typeface="Arial"/>
                <a:cs typeface="Arial"/>
              </a:defRPr>
            </a:lvl8pPr>
            <a:lvl9pPr algn="l">
              <a:defRPr sz="1575" b="1">
                <a:solidFill>
                  <a:srgbClr val="101D26"/>
                </a:solidFill>
                <a:latin typeface="Arial"/>
                <a:ea typeface="Arial"/>
                <a:cs typeface="Arial"/>
              </a:defRPr>
            </a:lvl9pPr>
          </a:lstStyle>
          <a:p xmlns:a="http://schemas.openxmlformats.org/drawingml/2006/main">
            <a:pPr algn="l">
              <a:defRPr sz="1575" b="1">
                <a:solidFill>
                  <a:srgbClr val="101D26"/>
                </a:solidFill>
                <a:latin typeface="Arial"/>
                <a:ea typeface="Arial"/>
                <a:cs typeface="Arial"/>
              </a:defRPr>
            </a:pPr>
            <a:r>
              <a:rPr sz="1575" b="1">
                <a:solidFill>
                  <a:srgbClr val="101D26"/>
                </a:solidFill>
                <a:latin typeface="Arial"/>
                <a:ea typeface="Arial"/>
                <a:cs typeface="Arial"/>
              </a:rPr>
              <a:t>LocalStorage</a:t>
            </a:r>
          </a:p>
        </p:txBody>
      </p:sp>
      <p:sp>
        <p:nvSpPr>
          <p:cNvPr id="16" name="">
            <a:extLst xmlns:a="http://schemas.openxmlformats.org/drawingml/2006/main">
              <a:ext uri="{FF2B5EF4-FFF2-40B4-BE49-F238E27FC236}">
                <a16:creationId xmlns:a16="http://schemas.microsoft.com/office/drawing/2014/main" id="{DDBFDCBF-3B72-408F-80F1-FE14EB0F653B}"/>
              </a:ext>
            </a:extLst>
          </p:cNvPr>
          <p:cNvSpPr>
            <a:spLocks xmlns:a="http://schemas.openxmlformats.org/drawingml/2006/main" noGrp="1"/>
          </p:cNvSpPr>
          <p:nvPr/>
        </p:nvSpPr>
        <p:spPr>
          <a:xfrm xmlns:a="http://schemas.openxmlformats.org/drawingml/2006/main">
            <a:off x="5829300" y="4362450"/>
            <a:ext cx="1809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6757D"/>
                </a:solidFill>
                <a:latin typeface="Arial"/>
                <a:ea typeface="Arial"/>
                <a:cs typeface="Arial"/>
              </a:defRPr>
            </a:defPPr>
            <a:lvl1pPr algn="l">
              <a:defRPr sz="1275" b="0">
                <a:solidFill>
                  <a:srgbClr val="66757D"/>
                </a:solidFill>
                <a:latin typeface="Arial"/>
                <a:ea typeface="Arial"/>
                <a:cs typeface="Arial"/>
              </a:defRPr>
            </a:lvl1pPr>
            <a:lvl2pPr algn="l">
              <a:defRPr sz="1275" b="0">
                <a:solidFill>
                  <a:srgbClr val="66757D"/>
                </a:solidFill>
                <a:latin typeface="Arial"/>
                <a:ea typeface="Arial"/>
                <a:cs typeface="Arial"/>
              </a:defRPr>
            </a:lvl2pPr>
            <a:lvl3pPr algn="l">
              <a:defRPr sz="1275" b="0">
                <a:solidFill>
                  <a:srgbClr val="66757D"/>
                </a:solidFill>
                <a:latin typeface="Arial"/>
                <a:ea typeface="Arial"/>
                <a:cs typeface="Arial"/>
              </a:defRPr>
            </a:lvl3pPr>
            <a:lvl4pPr algn="l">
              <a:defRPr sz="1275" b="0">
                <a:solidFill>
                  <a:srgbClr val="66757D"/>
                </a:solidFill>
                <a:latin typeface="Arial"/>
                <a:ea typeface="Arial"/>
                <a:cs typeface="Arial"/>
              </a:defRPr>
            </a:lvl4pPr>
            <a:lvl5pPr algn="l">
              <a:defRPr sz="1275" b="0">
                <a:solidFill>
                  <a:srgbClr val="66757D"/>
                </a:solidFill>
                <a:latin typeface="Arial"/>
                <a:ea typeface="Arial"/>
                <a:cs typeface="Arial"/>
              </a:defRPr>
            </a:lvl5pPr>
            <a:lvl6pPr algn="l">
              <a:defRPr sz="1275" b="0">
                <a:solidFill>
                  <a:srgbClr val="66757D"/>
                </a:solidFill>
                <a:latin typeface="Arial"/>
                <a:ea typeface="Arial"/>
                <a:cs typeface="Arial"/>
              </a:defRPr>
            </a:lvl6pPr>
            <a:lvl7pPr algn="l">
              <a:defRPr sz="1275" b="0">
                <a:solidFill>
                  <a:srgbClr val="66757D"/>
                </a:solidFill>
                <a:latin typeface="Arial"/>
                <a:ea typeface="Arial"/>
                <a:cs typeface="Arial"/>
              </a:defRPr>
            </a:lvl7pPr>
            <a:lvl8pPr algn="l">
              <a:defRPr sz="1275" b="0">
                <a:solidFill>
                  <a:srgbClr val="66757D"/>
                </a:solidFill>
                <a:latin typeface="Arial"/>
                <a:ea typeface="Arial"/>
                <a:cs typeface="Arial"/>
              </a:defRPr>
            </a:lvl8pPr>
            <a:lvl9pPr algn="l">
              <a:defRPr sz="1275" b="0">
                <a:solidFill>
                  <a:srgbClr val="66757D"/>
                </a:solidFill>
                <a:latin typeface="Arial"/>
                <a:ea typeface="Arial"/>
                <a:cs typeface="Arial"/>
              </a:defRPr>
            </a:lvl9pPr>
          </a:lstStyle>
          <a:p xmlns:a="http://schemas.openxmlformats.org/drawingml/2006/main">
            <a:pPr algn="l">
              <a:defRPr sz="1275" b="0">
                <a:solidFill>
                  <a:srgbClr val="66757D"/>
                </a:solidFill>
                <a:latin typeface="Arial"/>
                <a:ea typeface="Arial"/>
                <a:cs typeface="Arial"/>
              </a:defRPr>
            </a:pPr>
            <a:r>
              <a:rPr sz="1275" b="0">
                <a:solidFill>
                  <a:srgbClr val="66757D"/>
                </a:solidFill>
                <a:latin typeface="Arial"/>
                <a:ea typeface="Arial"/>
                <a:cs typeface="Arial"/>
              </a:rPr>
              <a:t>Evidence records</a:t>
            </a:r>
          </a:p>
          <a:p xmlns:a="http://schemas.openxmlformats.org/drawingml/2006/main">
            <a:pPr algn="l">
              <a:defRPr sz="1275" b="0">
                <a:solidFill>
                  <a:srgbClr val="66757D"/>
                </a:solidFill>
                <a:latin typeface="Arial"/>
                <a:ea typeface="Arial"/>
                <a:cs typeface="Arial"/>
              </a:defRPr>
            </a:pPr>
            <a:r>
              <a:rPr sz="1275" b="0">
                <a:solidFill>
                  <a:srgbClr val="66757D"/>
                </a:solidFill>
                <a:latin typeface="Arial"/>
                <a:ea typeface="Arial"/>
                <a:cs typeface="Arial"/>
              </a:rPr>
              <a:t>and custody events</a:t>
            </a:r>
          </a:p>
        </p:txBody>
      </p:sp>
      <p:sp>
        <p:nvSpPr>
          <p:cNvPr id="17" name="">
            <a:extLst xmlns:a="http://schemas.openxmlformats.org/drawingml/2006/main">
              <a:ext uri="{FF2B5EF4-FFF2-40B4-BE49-F238E27FC236}">
                <a16:creationId xmlns:a16="http://schemas.microsoft.com/office/drawing/2014/main" id="{75D76AD1-767C-42F5-9B3F-5F8318C542B2}"/>
              </a:ext>
            </a:extLst>
          </p:cNvPr>
          <p:cNvSpPr>
            <a:spLocks xmlns:a="http://schemas.openxmlformats.org/drawingml/2006/main" noGrp="1"/>
          </p:cNvSpPr>
          <p:nvPr/>
        </p:nvSpPr>
        <p:spPr>
          <a:xfrm xmlns:a="http://schemas.openxmlformats.org/drawingml/2006/main">
            <a:off x="8620125" y="2238375"/>
            <a:ext cx="2524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68A58"/>
                </a:solidFill>
                <a:latin typeface="Arial"/>
                <a:ea typeface="Arial"/>
                <a:cs typeface="Arial"/>
              </a:defRPr>
            </a:defPPr>
            <a:lvl1pPr algn="l">
              <a:defRPr sz="1050" b="1">
                <a:solidFill>
                  <a:srgbClr val="E68A58"/>
                </a:solidFill>
                <a:latin typeface="Arial"/>
                <a:ea typeface="Arial"/>
                <a:cs typeface="Arial"/>
              </a:defRPr>
            </a:lvl1pPr>
            <a:lvl2pPr algn="l">
              <a:defRPr sz="1050" b="1">
                <a:solidFill>
                  <a:srgbClr val="E68A58"/>
                </a:solidFill>
                <a:latin typeface="Arial"/>
                <a:ea typeface="Arial"/>
                <a:cs typeface="Arial"/>
              </a:defRPr>
            </a:lvl2pPr>
            <a:lvl3pPr algn="l">
              <a:defRPr sz="1050" b="1">
                <a:solidFill>
                  <a:srgbClr val="E68A58"/>
                </a:solidFill>
                <a:latin typeface="Arial"/>
                <a:ea typeface="Arial"/>
                <a:cs typeface="Arial"/>
              </a:defRPr>
            </a:lvl3pPr>
            <a:lvl4pPr algn="l">
              <a:defRPr sz="1050" b="1">
                <a:solidFill>
                  <a:srgbClr val="E68A58"/>
                </a:solidFill>
                <a:latin typeface="Arial"/>
                <a:ea typeface="Arial"/>
                <a:cs typeface="Arial"/>
              </a:defRPr>
            </a:lvl4pPr>
            <a:lvl5pPr algn="l">
              <a:defRPr sz="1050" b="1">
                <a:solidFill>
                  <a:srgbClr val="E68A58"/>
                </a:solidFill>
                <a:latin typeface="Arial"/>
                <a:ea typeface="Arial"/>
                <a:cs typeface="Arial"/>
              </a:defRPr>
            </a:lvl5pPr>
            <a:lvl6pPr algn="l">
              <a:defRPr sz="1050" b="1">
                <a:solidFill>
                  <a:srgbClr val="E68A58"/>
                </a:solidFill>
                <a:latin typeface="Arial"/>
                <a:ea typeface="Arial"/>
                <a:cs typeface="Arial"/>
              </a:defRPr>
            </a:lvl6pPr>
            <a:lvl7pPr algn="l">
              <a:defRPr sz="1050" b="1">
                <a:solidFill>
                  <a:srgbClr val="E68A58"/>
                </a:solidFill>
                <a:latin typeface="Arial"/>
                <a:ea typeface="Arial"/>
                <a:cs typeface="Arial"/>
              </a:defRPr>
            </a:lvl7pPr>
            <a:lvl8pPr algn="l">
              <a:defRPr sz="1050" b="1">
                <a:solidFill>
                  <a:srgbClr val="E68A58"/>
                </a:solidFill>
                <a:latin typeface="Arial"/>
                <a:ea typeface="Arial"/>
                <a:cs typeface="Arial"/>
              </a:defRPr>
            </a:lvl8pPr>
            <a:lvl9pPr algn="l">
              <a:defRPr sz="1050" b="1">
                <a:solidFill>
                  <a:srgbClr val="E68A58"/>
                </a:solidFill>
                <a:latin typeface="Arial"/>
                <a:ea typeface="Arial"/>
                <a:cs typeface="Arial"/>
              </a:defRPr>
            </a:lvl9pPr>
          </a:lstStyle>
          <a:p xmlns:a="http://schemas.openxmlformats.org/drawingml/2006/main">
            <a:pPr algn="l">
              <a:defRPr sz="1050" b="1">
                <a:solidFill>
                  <a:srgbClr val="E68A58"/>
                </a:solidFill>
                <a:latin typeface="Arial"/>
                <a:ea typeface="Arial"/>
                <a:cs typeface="Arial"/>
              </a:defRPr>
            </a:pPr>
            <a:r>
              <a:rPr sz="1050" b="1">
                <a:solidFill>
                  <a:srgbClr val="E68A58"/>
                </a:solidFill>
                <a:latin typeface="Arial"/>
                <a:ea typeface="Arial"/>
                <a:cs typeface="Arial"/>
              </a:rPr>
              <a:t>NOT IMPLEMENTED</a:t>
            </a:r>
          </a:p>
        </p:txBody>
      </p:sp>
      <p:sp>
        <p:nvSpPr>
          <p:cNvPr id="18" name="">
            <a:extLst xmlns:a="http://schemas.openxmlformats.org/drawingml/2006/main">
              <a:ext uri="{FF2B5EF4-FFF2-40B4-BE49-F238E27FC236}">
                <a16:creationId xmlns:a16="http://schemas.microsoft.com/office/drawing/2014/main" id="{262CB84E-7466-4B87-8D90-874E911CD525}"/>
              </a:ext>
            </a:extLst>
          </p:cNvPr>
          <p:cNvSpPr>
            <a:spLocks xmlns:a="http://schemas.openxmlformats.org/drawingml/2006/main" noGrp="1"/>
          </p:cNvSpPr>
          <p:nvPr/>
        </p:nvSpPr>
        <p:spPr>
          <a:xfrm xmlns:a="http://schemas.openxmlformats.org/drawingml/2006/main">
            <a:off x="8620125" y="2676525"/>
            <a:ext cx="2714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01D26"/>
                </a:solidFill>
                <a:latin typeface="Arial"/>
                <a:ea typeface="Arial"/>
                <a:cs typeface="Arial"/>
              </a:defRPr>
            </a:defPPr>
            <a:lvl1pPr algn="l">
              <a:defRPr sz="1800" b="1">
                <a:solidFill>
                  <a:srgbClr val="101D26"/>
                </a:solidFill>
                <a:latin typeface="Arial"/>
                <a:ea typeface="Arial"/>
                <a:cs typeface="Arial"/>
              </a:defRPr>
            </a:lvl1pPr>
            <a:lvl2pPr algn="l">
              <a:defRPr sz="1800" b="1">
                <a:solidFill>
                  <a:srgbClr val="101D26"/>
                </a:solidFill>
                <a:latin typeface="Arial"/>
                <a:ea typeface="Arial"/>
                <a:cs typeface="Arial"/>
              </a:defRPr>
            </a:lvl2pPr>
            <a:lvl3pPr algn="l">
              <a:defRPr sz="1800" b="1">
                <a:solidFill>
                  <a:srgbClr val="101D26"/>
                </a:solidFill>
                <a:latin typeface="Arial"/>
                <a:ea typeface="Arial"/>
                <a:cs typeface="Arial"/>
              </a:defRPr>
            </a:lvl3pPr>
            <a:lvl4pPr algn="l">
              <a:defRPr sz="1800" b="1">
                <a:solidFill>
                  <a:srgbClr val="101D26"/>
                </a:solidFill>
                <a:latin typeface="Arial"/>
                <a:ea typeface="Arial"/>
                <a:cs typeface="Arial"/>
              </a:defRPr>
            </a:lvl4pPr>
            <a:lvl5pPr algn="l">
              <a:defRPr sz="1800" b="1">
                <a:solidFill>
                  <a:srgbClr val="101D26"/>
                </a:solidFill>
                <a:latin typeface="Arial"/>
                <a:ea typeface="Arial"/>
                <a:cs typeface="Arial"/>
              </a:defRPr>
            </a:lvl5pPr>
            <a:lvl6pPr algn="l">
              <a:defRPr sz="1800" b="1">
                <a:solidFill>
                  <a:srgbClr val="101D26"/>
                </a:solidFill>
                <a:latin typeface="Arial"/>
                <a:ea typeface="Arial"/>
                <a:cs typeface="Arial"/>
              </a:defRPr>
            </a:lvl6pPr>
            <a:lvl7pPr algn="l">
              <a:defRPr sz="1800" b="1">
                <a:solidFill>
                  <a:srgbClr val="101D26"/>
                </a:solidFill>
                <a:latin typeface="Arial"/>
                <a:ea typeface="Arial"/>
                <a:cs typeface="Arial"/>
              </a:defRPr>
            </a:lvl7pPr>
            <a:lvl8pPr algn="l">
              <a:defRPr sz="1800" b="1">
                <a:solidFill>
                  <a:srgbClr val="101D26"/>
                </a:solidFill>
                <a:latin typeface="Arial"/>
                <a:ea typeface="Arial"/>
                <a:cs typeface="Arial"/>
              </a:defRPr>
            </a:lvl8pPr>
            <a:lvl9pPr algn="l">
              <a:defRPr sz="1800" b="1">
                <a:solidFill>
                  <a:srgbClr val="101D26"/>
                </a:solidFill>
                <a:latin typeface="Arial"/>
                <a:ea typeface="Arial"/>
                <a:cs typeface="Arial"/>
              </a:defRPr>
            </a:lvl9pPr>
          </a:lstStyle>
          <a:p xmlns:a="http://schemas.openxmlformats.org/drawingml/2006/main">
            <a:pPr algn="l">
              <a:defRPr sz="1800" b="1">
                <a:solidFill>
                  <a:srgbClr val="101D26"/>
                </a:solidFill>
                <a:latin typeface="Arial"/>
                <a:ea typeface="Arial"/>
                <a:cs typeface="Arial"/>
              </a:defRPr>
            </a:pPr>
            <a:r>
              <a:rPr sz="1800" b="1">
                <a:solidFill>
                  <a:srgbClr val="101D26"/>
                </a:solidFill>
                <a:latin typeface="Arial"/>
                <a:ea typeface="Arial"/>
                <a:cs typeface="Arial"/>
              </a:rPr>
              <a:t>Backend services</a:t>
            </a:r>
          </a:p>
        </p:txBody>
      </p:sp>
      <p:sp>
        <p:nvSpPr>
          <p:cNvPr id="19" name="">
            <a:extLst xmlns:a="http://schemas.openxmlformats.org/drawingml/2006/main">
              <a:ext uri="{FF2B5EF4-FFF2-40B4-BE49-F238E27FC236}">
                <a16:creationId xmlns:a16="http://schemas.microsoft.com/office/drawing/2014/main" id="{F71FEAB7-A162-447A-B33E-64D9C3D1A116}"/>
              </a:ext>
            </a:extLst>
          </p:cNvPr>
          <p:cNvSpPr>
            <a:spLocks xmlns:a="http://schemas.openxmlformats.org/drawingml/2006/main" noGrp="1"/>
          </p:cNvSpPr>
          <p:nvPr/>
        </p:nvSpPr>
        <p:spPr>
          <a:xfrm xmlns:a="http://schemas.openxmlformats.org/drawingml/2006/main">
            <a:off x="8620125" y="3067050"/>
            <a:ext cx="2571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66757D"/>
                </a:solidFill>
                <a:latin typeface="Arial"/>
                <a:ea typeface="Arial"/>
                <a:cs typeface="Arial"/>
              </a:defRPr>
            </a:defPPr>
            <a:lvl1pPr algn="l">
              <a:defRPr sz="1350" b="0">
                <a:solidFill>
                  <a:srgbClr val="66757D"/>
                </a:solidFill>
                <a:latin typeface="Arial"/>
                <a:ea typeface="Arial"/>
                <a:cs typeface="Arial"/>
              </a:defRPr>
            </a:lvl1pPr>
            <a:lvl2pPr algn="l">
              <a:defRPr sz="1350" b="0">
                <a:solidFill>
                  <a:srgbClr val="66757D"/>
                </a:solidFill>
                <a:latin typeface="Arial"/>
                <a:ea typeface="Arial"/>
                <a:cs typeface="Arial"/>
              </a:defRPr>
            </a:lvl2pPr>
            <a:lvl3pPr algn="l">
              <a:defRPr sz="1350" b="0">
                <a:solidFill>
                  <a:srgbClr val="66757D"/>
                </a:solidFill>
                <a:latin typeface="Arial"/>
                <a:ea typeface="Arial"/>
                <a:cs typeface="Arial"/>
              </a:defRPr>
            </a:lvl3pPr>
            <a:lvl4pPr algn="l">
              <a:defRPr sz="1350" b="0">
                <a:solidFill>
                  <a:srgbClr val="66757D"/>
                </a:solidFill>
                <a:latin typeface="Arial"/>
                <a:ea typeface="Arial"/>
                <a:cs typeface="Arial"/>
              </a:defRPr>
            </a:lvl4pPr>
            <a:lvl5pPr algn="l">
              <a:defRPr sz="1350" b="0">
                <a:solidFill>
                  <a:srgbClr val="66757D"/>
                </a:solidFill>
                <a:latin typeface="Arial"/>
                <a:ea typeface="Arial"/>
                <a:cs typeface="Arial"/>
              </a:defRPr>
            </a:lvl5pPr>
            <a:lvl6pPr algn="l">
              <a:defRPr sz="1350" b="0">
                <a:solidFill>
                  <a:srgbClr val="66757D"/>
                </a:solidFill>
                <a:latin typeface="Arial"/>
                <a:ea typeface="Arial"/>
                <a:cs typeface="Arial"/>
              </a:defRPr>
            </a:lvl6pPr>
            <a:lvl7pPr algn="l">
              <a:defRPr sz="1350" b="0">
                <a:solidFill>
                  <a:srgbClr val="66757D"/>
                </a:solidFill>
                <a:latin typeface="Arial"/>
                <a:ea typeface="Arial"/>
                <a:cs typeface="Arial"/>
              </a:defRPr>
            </a:lvl7pPr>
            <a:lvl8pPr algn="l">
              <a:defRPr sz="1350" b="0">
                <a:solidFill>
                  <a:srgbClr val="66757D"/>
                </a:solidFill>
                <a:latin typeface="Arial"/>
                <a:ea typeface="Arial"/>
                <a:cs typeface="Arial"/>
              </a:defRPr>
            </a:lvl8pPr>
            <a:lvl9pPr algn="l">
              <a:defRPr sz="1350" b="0">
                <a:solidFill>
                  <a:srgbClr val="66757D"/>
                </a:solidFill>
                <a:latin typeface="Arial"/>
                <a:ea typeface="Arial"/>
                <a:cs typeface="Arial"/>
              </a:defRPr>
            </a:lvl9pPr>
          </a:lstStyle>
          <a:p xmlns:a="http://schemas.openxmlformats.org/drawingml/2006/main">
            <a:pPr algn="l">
              <a:defRPr sz="1350" b="0">
                <a:solidFill>
                  <a:srgbClr val="66757D"/>
                </a:solidFill>
                <a:latin typeface="Arial"/>
                <a:ea typeface="Arial"/>
                <a:cs typeface="Arial"/>
              </a:defRPr>
            </a:pPr>
            <a:r>
              <a:rPr sz="1350" b="0">
                <a:solidFill>
                  <a:srgbClr val="66757D"/>
                </a:solidFill>
                <a:latin typeface="Arial"/>
                <a:ea typeface="Arial"/>
                <a:cs typeface="Arial"/>
              </a:rPr>
              <a:t>Identity, shared cases, secure storage, durable audit</a:t>
            </a:r>
          </a:p>
        </p:txBody>
      </p:sp>
      <p:sp>
        <p:nvSpPr>
          <p:cNvPr id="20" name="">
            <a:extLst xmlns:a="http://schemas.openxmlformats.org/drawingml/2006/main">
              <a:ext uri="{FF2B5EF4-FFF2-40B4-BE49-F238E27FC236}">
                <a16:creationId xmlns:a16="http://schemas.microsoft.com/office/drawing/2014/main" id="{1515B2DE-FF0E-4C45-92A4-FB82E9FF5ACB}"/>
              </a:ext>
            </a:extLst>
          </p:cNvPr>
          <p:cNvSpPr>
            <a:spLocks xmlns:a="http://schemas.openxmlformats.org/drawingml/2006/main" noGrp="1"/>
          </p:cNvSpPr>
          <p:nvPr/>
        </p:nvSpPr>
        <p:spPr>
          <a:xfrm xmlns:a="http://schemas.openxmlformats.org/drawingml/2006/main">
            <a:off x="8620125" y="3829050"/>
            <a:ext cx="2571750" cy="9525"/>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565B113-0DB5-421F-99A5-81F845F2B72E}"/>
              </a:ext>
            </a:extLst>
          </p:cNvPr>
          <p:cNvSpPr>
            <a:spLocks xmlns:a="http://schemas.openxmlformats.org/drawingml/2006/main" noGrp="1"/>
          </p:cNvSpPr>
          <p:nvPr/>
        </p:nvSpPr>
        <p:spPr>
          <a:xfrm xmlns:a="http://schemas.openxmlformats.org/drawingml/2006/main">
            <a:off x="8620125" y="4105275"/>
            <a:ext cx="2714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01D26"/>
                </a:solidFill>
                <a:latin typeface="Arial"/>
                <a:ea typeface="Arial"/>
                <a:cs typeface="Arial"/>
              </a:defRPr>
            </a:defPPr>
            <a:lvl1pPr algn="l">
              <a:defRPr sz="1800" b="1">
                <a:solidFill>
                  <a:srgbClr val="101D26"/>
                </a:solidFill>
                <a:latin typeface="Arial"/>
                <a:ea typeface="Arial"/>
                <a:cs typeface="Arial"/>
              </a:defRPr>
            </a:lvl1pPr>
            <a:lvl2pPr algn="l">
              <a:defRPr sz="1800" b="1">
                <a:solidFill>
                  <a:srgbClr val="101D26"/>
                </a:solidFill>
                <a:latin typeface="Arial"/>
                <a:ea typeface="Arial"/>
                <a:cs typeface="Arial"/>
              </a:defRPr>
            </a:lvl2pPr>
            <a:lvl3pPr algn="l">
              <a:defRPr sz="1800" b="1">
                <a:solidFill>
                  <a:srgbClr val="101D26"/>
                </a:solidFill>
                <a:latin typeface="Arial"/>
                <a:ea typeface="Arial"/>
                <a:cs typeface="Arial"/>
              </a:defRPr>
            </a:lvl3pPr>
            <a:lvl4pPr algn="l">
              <a:defRPr sz="1800" b="1">
                <a:solidFill>
                  <a:srgbClr val="101D26"/>
                </a:solidFill>
                <a:latin typeface="Arial"/>
                <a:ea typeface="Arial"/>
                <a:cs typeface="Arial"/>
              </a:defRPr>
            </a:lvl4pPr>
            <a:lvl5pPr algn="l">
              <a:defRPr sz="1800" b="1">
                <a:solidFill>
                  <a:srgbClr val="101D26"/>
                </a:solidFill>
                <a:latin typeface="Arial"/>
                <a:ea typeface="Arial"/>
                <a:cs typeface="Arial"/>
              </a:defRPr>
            </a:lvl5pPr>
            <a:lvl6pPr algn="l">
              <a:defRPr sz="1800" b="1">
                <a:solidFill>
                  <a:srgbClr val="101D26"/>
                </a:solidFill>
                <a:latin typeface="Arial"/>
                <a:ea typeface="Arial"/>
                <a:cs typeface="Arial"/>
              </a:defRPr>
            </a:lvl6pPr>
            <a:lvl7pPr algn="l">
              <a:defRPr sz="1800" b="1">
                <a:solidFill>
                  <a:srgbClr val="101D26"/>
                </a:solidFill>
                <a:latin typeface="Arial"/>
                <a:ea typeface="Arial"/>
                <a:cs typeface="Arial"/>
              </a:defRPr>
            </a:lvl7pPr>
            <a:lvl8pPr algn="l">
              <a:defRPr sz="1800" b="1">
                <a:solidFill>
                  <a:srgbClr val="101D26"/>
                </a:solidFill>
                <a:latin typeface="Arial"/>
                <a:ea typeface="Arial"/>
                <a:cs typeface="Arial"/>
              </a:defRPr>
            </a:lvl8pPr>
            <a:lvl9pPr algn="l">
              <a:defRPr sz="1800" b="1">
                <a:solidFill>
                  <a:srgbClr val="101D26"/>
                </a:solidFill>
                <a:latin typeface="Arial"/>
                <a:ea typeface="Arial"/>
                <a:cs typeface="Arial"/>
              </a:defRPr>
            </a:lvl9pPr>
          </a:lstStyle>
          <a:p xmlns:a="http://schemas.openxmlformats.org/drawingml/2006/main">
            <a:pPr algn="l">
              <a:defRPr sz="1800" b="1">
                <a:solidFill>
                  <a:srgbClr val="101D26"/>
                </a:solidFill>
                <a:latin typeface="Arial"/>
                <a:ea typeface="Arial"/>
                <a:cs typeface="Arial"/>
              </a:defRPr>
            </a:pPr>
            <a:r>
              <a:rPr sz="1800" b="1">
                <a:solidFill>
                  <a:srgbClr val="101D26"/>
                </a:solidFill>
                <a:latin typeface="Arial"/>
                <a:ea typeface="Arial"/>
                <a:cs typeface="Arial"/>
              </a:rPr>
              <a:t>Blockchain network</a:t>
            </a:r>
          </a:p>
        </p:txBody>
      </p:sp>
      <p:sp>
        <p:nvSpPr>
          <p:cNvPr id="22" name="">
            <a:extLst xmlns:a="http://schemas.openxmlformats.org/drawingml/2006/main">
              <a:ext uri="{FF2B5EF4-FFF2-40B4-BE49-F238E27FC236}">
                <a16:creationId xmlns:a16="http://schemas.microsoft.com/office/drawing/2014/main" id="{E6D4ABB1-8F50-4B68-A6DF-51E1C3AB9CBA}"/>
              </a:ext>
            </a:extLst>
          </p:cNvPr>
          <p:cNvSpPr>
            <a:spLocks xmlns:a="http://schemas.openxmlformats.org/drawingml/2006/main" noGrp="1"/>
          </p:cNvSpPr>
          <p:nvPr/>
        </p:nvSpPr>
        <p:spPr>
          <a:xfrm xmlns:a="http://schemas.openxmlformats.org/drawingml/2006/main">
            <a:off x="8620125" y="4505325"/>
            <a:ext cx="2571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66757D"/>
                </a:solidFill>
                <a:latin typeface="Arial"/>
                <a:ea typeface="Arial"/>
                <a:cs typeface="Arial"/>
              </a:defRPr>
            </a:defPPr>
            <a:lvl1pPr algn="l">
              <a:defRPr sz="1350" b="0">
                <a:solidFill>
                  <a:srgbClr val="66757D"/>
                </a:solidFill>
                <a:latin typeface="Arial"/>
                <a:ea typeface="Arial"/>
                <a:cs typeface="Arial"/>
              </a:defRPr>
            </a:lvl1pPr>
            <a:lvl2pPr algn="l">
              <a:defRPr sz="1350" b="0">
                <a:solidFill>
                  <a:srgbClr val="66757D"/>
                </a:solidFill>
                <a:latin typeface="Arial"/>
                <a:ea typeface="Arial"/>
                <a:cs typeface="Arial"/>
              </a:defRPr>
            </a:lvl2pPr>
            <a:lvl3pPr algn="l">
              <a:defRPr sz="1350" b="0">
                <a:solidFill>
                  <a:srgbClr val="66757D"/>
                </a:solidFill>
                <a:latin typeface="Arial"/>
                <a:ea typeface="Arial"/>
                <a:cs typeface="Arial"/>
              </a:defRPr>
            </a:lvl3pPr>
            <a:lvl4pPr algn="l">
              <a:defRPr sz="1350" b="0">
                <a:solidFill>
                  <a:srgbClr val="66757D"/>
                </a:solidFill>
                <a:latin typeface="Arial"/>
                <a:ea typeface="Arial"/>
                <a:cs typeface="Arial"/>
              </a:defRPr>
            </a:lvl4pPr>
            <a:lvl5pPr algn="l">
              <a:defRPr sz="1350" b="0">
                <a:solidFill>
                  <a:srgbClr val="66757D"/>
                </a:solidFill>
                <a:latin typeface="Arial"/>
                <a:ea typeface="Arial"/>
                <a:cs typeface="Arial"/>
              </a:defRPr>
            </a:lvl5pPr>
            <a:lvl6pPr algn="l">
              <a:defRPr sz="1350" b="0">
                <a:solidFill>
                  <a:srgbClr val="66757D"/>
                </a:solidFill>
                <a:latin typeface="Arial"/>
                <a:ea typeface="Arial"/>
                <a:cs typeface="Arial"/>
              </a:defRPr>
            </a:lvl6pPr>
            <a:lvl7pPr algn="l">
              <a:defRPr sz="1350" b="0">
                <a:solidFill>
                  <a:srgbClr val="66757D"/>
                </a:solidFill>
                <a:latin typeface="Arial"/>
                <a:ea typeface="Arial"/>
                <a:cs typeface="Arial"/>
              </a:defRPr>
            </a:lvl7pPr>
            <a:lvl8pPr algn="l">
              <a:defRPr sz="1350" b="0">
                <a:solidFill>
                  <a:srgbClr val="66757D"/>
                </a:solidFill>
                <a:latin typeface="Arial"/>
                <a:ea typeface="Arial"/>
                <a:cs typeface="Arial"/>
              </a:defRPr>
            </a:lvl8pPr>
            <a:lvl9pPr algn="l">
              <a:defRPr sz="1350" b="0">
                <a:solidFill>
                  <a:srgbClr val="66757D"/>
                </a:solidFill>
                <a:latin typeface="Arial"/>
                <a:ea typeface="Arial"/>
                <a:cs typeface="Arial"/>
              </a:defRPr>
            </a:lvl9pPr>
          </a:lstStyle>
          <a:p xmlns:a="http://schemas.openxmlformats.org/drawingml/2006/main">
            <a:pPr algn="l">
              <a:defRPr sz="1350" b="0">
                <a:solidFill>
                  <a:srgbClr val="66757D"/>
                </a:solidFill>
                <a:latin typeface="Arial"/>
                <a:ea typeface="Arial"/>
                <a:cs typeface="Arial"/>
              </a:defRPr>
            </a:pPr>
            <a:r>
              <a:rPr sz="1350" b="0">
                <a:solidFill>
                  <a:srgbClr val="66757D"/>
                </a:solidFill>
                <a:latin typeface="Arial"/>
                <a:ea typeface="Arial"/>
                <a:cs typeface="Arial"/>
              </a:rPr>
              <a:t>No transaction or on-chain evidence hash is created today.</a:t>
            </a:r>
          </a:p>
        </p:txBody>
      </p:sp>
      <p:sp>
        <p:nvSpPr>
          <p:cNvPr id="23" name="">
            <a:extLst xmlns:a="http://schemas.openxmlformats.org/drawingml/2006/main">
              <a:ext uri="{FF2B5EF4-FFF2-40B4-BE49-F238E27FC236}">
                <a16:creationId xmlns:a16="http://schemas.microsoft.com/office/drawing/2014/main" id="{045A9C79-A1B8-43F8-AF70-2627FAFB657B}"/>
              </a:ext>
            </a:extLst>
          </p:cNvPr>
          <p:cNvSpPr>
            <a:spLocks xmlns:a="http://schemas.openxmlformats.org/drawingml/2006/main" noGrp="1"/>
          </p:cNvSpPr>
          <p:nvPr/>
        </p:nvSpPr>
        <p:spPr>
          <a:xfrm xmlns:a="http://schemas.openxmlformats.org/drawingml/2006/main">
            <a:off x="762000" y="6496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78858A"/>
                </a:solidFill>
                <a:latin typeface="Arial"/>
                <a:ea typeface="Arial"/>
                <a:cs typeface="Arial"/>
              </a:defRPr>
            </a:defPPr>
            <a:lvl1pPr algn="l">
              <a:defRPr sz="900" b="1">
                <a:solidFill>
                  <a:srgbClr val="78858A"/>
                </a:solidFill>
                <a:latin typeface="Arial"/>
                <a:ea typeface="Arial"/>
                <a:cs typeface="Arial"/>
              </a:defRPr>
            </a:lvl1pPr>
            <a:lvl2pPr algn="l">
              <a:defRPr sz="900" b="1">
                <a:solidFill>
                  <a:srgbClr val="78858A"/>
                </a:solidFill>
                <a:latin typeface="Arial"/>
                <a:ea typeface="Arial"/>
                <a:cs typeface="Arial"/>
              </a:defRPr>
            </a:lvl2pPr>
            <a:lvl3pPr algn="l">
              <a:defRPr sz="900" b="1">
                <a:solidFill>
                  <a:srgbClr val="78858A"/>
                </a:solidFill>
                <a:latin typeface="Arial"/>
                <a:ea typeface="Arial"/>
                <a:cs typeface="Arial"/>
              </a:defRPr>
            </a:lvl3pPr>
            <a:lvl4pPr algn="l">
              <a:defRPr sz="900" b="1">
                <a:solidFill>
                  <a:srgbClr val="78858A"/>
                </a:solidFill>
                <a:latin typeface="Arial"/>
                <a:ea typeface="Arial"/>
                <a:cs typeface="Arial"/>
              </a:defRPr>
            </a:lvl4pPr>
            <a:lvl5pPr algn="l">
              <a:defRPr sz="900" b="1">
                <a:solidFill>
                  <a:srgbClr val="78858A"/>
                </a:solidFill>
                <a:latin typeface="Arial"/>
                <a:ea typeface="Arial"/>
                <a:cs typeface="Arial"/>
              </a:defRPr>
            </a:lvl5pPr>
            <a:lvl6pPr algn="l">
              <a:defRPr sz="900" b="1">
                <a:solidFill>
                  <a:srgbClr val="78858A"/>
                </a:solidFill>
                <a:latin typeface="Arial"/>
                <a:ea typeface="Arial"/>
                <a:cs typeface="Arial"/>
              </a:defRPr>
            </a:lvl6pPr>
            <a:lvl7pPr algn="l">
              <a:defRPr sz="900" b="1">
                <a:solidFill>
                  <a:srgbClr val="78858A"/>
                </a:solidFill>
                <a:latin typeface="Arial"/>
                <a:ea typeface="Arial"/>
                <a:cs typeface="Arial"/>
              </a:defRPr>
            </a:lvl7pPr>
            <a:lvl8pPr algn="l">
              <a:defRPr sz="900" b="1">
                <a:solidFill>
                  <a:srgbClr val="78858A"/>
                </a:solidFill>
                <a:latin typeface="Arial"/>
                <a:ea typeface="Arial"/>
                <a:cs typeface="Arial"/>
              </a:defRPr>
            </a:lvl8pPr>
            <a:lvl9pPr algn="l">
              <a:defRPr sz="900" b="1">
                <a:solidFill>
                  <a:srgbClr val="78858A"/>
                </a:solidFill>
                <a:latin typeface="Arial"/>
                <a:ea typeface="Arial"/>
                <a:cs typeface="Arial"/>
              </a:defRPr>
            </a:lvl9pPr>
          </a:lstStyle>
          <a:p xmlns:a="http://schemas.openxmlformats.org/drawingml/2006/main">
            <a:pPr algn="l">
              <a:defRPr sz="900" b="1">
                <a:solidFill>
                  <a:srgbClr val="78858A"/>
                </a:solidFill>
                <a:latin typeface="Arial"/>
                <a:ea typeface="Arial"/>
                <a:cs typeface="Arial"/>
              </a:defRPr>
            </a:pPr>
            <a:r>
              <a:rPr sz="900" b="1">
                <a:solidFill>
                  <a:srgbClr val="78858A"/>
                </a:solidFill>
                <a:latin typeface="Arial"/>
                <a:ea typeface="Arial"/>
                <a:cs typeface="Arial"/>
              </a:rPr>
              <a:t>PROOFCASE  /  DIGITAL EVIDENCE VAULT</a:t>
            </a:r>
          </a:p>
        </p:txBody>
      </p:sp>
      <p:sp>
        <p:nvSpPr>
          <p:cNvPr id="24" name="">
            <a:extLst xmlns:a="http://schemas.openxmlformats.org/drawingml/2006/main">
              <a:ext uri="{FF2B5EF4-FFF2-40B4-BE49-F238E27FC236}">
                <a16:creationId xmlns:a16="http://schemas.microsoft.com/office/drawing/2014/main" id="{91455DAD-3765-47A3-8808-0C9D29F60F59}"/>
              </a:ext>
            </a:extLst>
          </p:cNvPr>
          <p:cNvSpPr>
            <a:spLocks xmlns:a="http://schemas.openxmlformats.org/drawingml/2006/main" noGrp="1"/>
          </p:cNvSpPr>
          <p:nvPr/>
        </p:nvSpPr>
        <p:spPr>
          <a:xfrm xmlns:a="http://schemas.openxmlformats.org/drawingml/2006/main">
            <a:off x="10668000" y="649605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78858A"/>
                </a:solidFill>
                <a:latin typeface="Arial"/>
                <a:ea typeface="Arial"/>
                <a:cs typeface="Arial"/>
              </a:defRPr>
            </a:defPPr>
            <a:lvl1pPr algn="r">
              <a:defRPr sz="900" b="0">
                <a:solidFill>
                  <a:srgbClr val="78858A"/>
                </a:solidFill>
                <a:latin typeface="Arial"/>
                <a:ea typeface="Arial"/>
                <a:cs typeface="Arial"/>
              </a:defRPr>
            </a:lvl1pPr>
            <a:lvl2pPr algn="r">
              <a:defRPr sz="900" b="0">
                <a:solidFill>
                  <a:srgbClr val="78858A"/>
                </a:solidFill>
                <a:latin typeface="Arial"/>
                <a:ea typeface="Arial"/>
                <a:cs typeface="Arial"/>
              </a:defRPr>
            </a:lvl2pPr>
            <a:lvl3pPr algn="r">
              <a:defRPr sz="900" b="0">
                <a:solidFill>
                  <a:srgbClr val="78858A"/>
                </a:solidFill>
                <a:latin typeface="Arial"/>
                <a:ea typeface="Arial"/>
                <a:cs typeface="Arial"/>
              </a:defRPr>
            </a:lvl3pPr>
            <a:lvl4pPr algn="r">
              <a:defRPr sz="900" b="0">
                <a:solidFill>
                  <a:srgbClr val="78858A"/>
                </a:solidFill>
                <a:latin typeface="Arial"/>
                <a:ea typeface="Arial"/>
                <a:cs typeface="Arial"/>
              </a:defRPr>
            </a:lvl4pPr>
            <a:lvl5pPr algn="r">
              <a:defRPr sz="900" b="0">
                <a:solidFill>
                  <a:srgbClr val="78858A"/>
                </a:solidFill>
                <a:latin typeface="Arial"/>
                <a:ea typeface="Arial"/>
                <a:cs typeface="Arial"/>
              </a:defRPr>
            </a:lvl5pPr>
            <a:lvl6pPr algn="r">
              <a:defRPr sz="900" b="0">
                <a:solidFill>
                  <a:srgbClr val="78858A"/>
                </a:solidFill>
                <a:latin typeface="Arial"/>
                <a:ea typeface="Arial"/>
                <a:cs typeface="Arial"/>
              </a:defRPr>
            </a:lvl6pPr>
            <a:lvl7pPr algn="r">
              <a:defRPr sz="900" b="0">
                <a:solidFill>
                  <a:srgbClr val="78858A"/>
                </a:solidFill>
                <a:latin typeface="Arial"/>
                <a:ea typeface="Arial"/>
                <a:cs typeface="Arial"/>
              </a:defRPr>
            </a:lvl7pPr>
            <a:lvl8pPr algn="r">
              <a:defRPr sz="900" b="0">
                <a:solidFill>
                  <a:srgbClr val="78858A"/>
                </a:solidFill>
                <a:latin typeface="Arial"/>
                <a:ea typeface="Arial"/>
                <a:cs typeface="Arial"/>
              </a:defRPr>
            </a:lvl8pPr>
            <a:lvl9pPr algn="r">
              <a:defRPr sz="900" b="0">
                <a:solidFill>
                  <a:srgbClr val="78858A"/>
                </a:solidFill>
                <a:latin typeface="Arial"/>
                <a:ea typeface="Arial"/>
                <a:cs typeface="Arial"/>
              </a:defRPr>
            </a:lvl9pPr>
          </a:lstStyle>
          <a:p xmlns:a="http://schemas.openxmlformats.org/drawingml/2006/main">
            <a:pPr algn="r">
              <a:defRPr sz="900" b="0">
                <a:solidFill>
                  <a:srgbClr val="78858A"/>
                </a:solidFill>
                <a:latin typeface="Arial"/>
                <a:ea typeface="Arial"/>
                <a:cs typeface="Arial"/>
              </a:defRPr>
            </a:pPr>
            <a:r>
              <a:rPr sz="900" b="0">
                <a:solidFill>
                  <a:srgbClr val="78858A"/>
                </a:solidFill>
                <a:latin typeface="Arial"/>
                <a:ea typeface="Arial"/>
                <a:cs typeface="Arial"/>
              </a:rPr>
              <a:t>08 / 10</a:t>
            </a:r>
          </a:p>
        </p:txBody>
      </p:sp>
    </p:spTree>
    <p:extLst>
      <p:ext uri="{BB962C8B-B14F-4D97-AF65-F5344CB8AC3E}">
        <p14:creationId xmlns:p14="http://schemas.microsoft.com/office/powerpoint/2010/main" val="1014726931"/>
      </p:ext>
    </p:extLst>
  </p:cSld>
</p:sld>
</file>

<file path=ppt/slides/slide9.xml><?xml version="1.0" encoding="utf-8"?>
<p:sld xmlns:p="http://schemas.openxmlformats.org/presentationml/2006/main">
  <p:cSld>
    <p:bg>
      <p:bgPr>
        <a:solidFill xmlns:a="http://schemas.openxmlformats.org/drawingml/2006/main">
          <a:srgbClr val="101D2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BB1EA59-A075-40BD-8FDD-6074D126B715}"/>
              </a:ext>
            </a:extLst>
          </p:cNvPr>
          <p:cNvSpPr>
            <a:spLocks xmlns:a="http://schemas.openxmlformats.org/drawingml/2006/main" noGrp="1"/>
          </p:cNvSpPr>
          <p:nvPr/>
        </p:nvSpPr>
        <p:spPr>
          <a:xfrm xmlns:a="http://schemas.openxmlformats.org/drawingml/2006/main">
            <a:off x="762000" y="638175"/>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FFFFFF"/>
                </a:solidFill>
                <a:latin typeface="Arial"/>
                <a:ea typeface="Arial"/>
                <a:cs typeface="Arial"/>
              </a:defRPr>
            </a:defPPr>
            <a:lvl1pPr algn="l">
              <a:defRPr sz="3225" b="1">
                <a:solidFill>
                  <a:srgbClr val="FFFFFF"/>
                </a:solidFill>
                <a:latin typeface="Arial"/>
                <a:ea typeface="Arial"/>
                <a:cs typeface="Arial"/>
              </a:defRPr>
            </a:lvl1pPr>
            <a:lvl2pPr algn="l">
              <a:defRPr sz="3225" b="1">
                <a:solidFill>
                  <a:srgbClr val="FFFFFF"/>
                </a:solidFill>
                <a:latin typeface="Arial"/>
                <a:ea typeface="Arial"/>
                <a:cs typeface="Arial"/>
              </a:defRPr>
            </a:lvl2pPr>
            <a:lvl3pPr algn="l">
              <a:defRPr sz="3225" b="1">
                <a:solidFill>
                  <a:srgbClr val="FFFFFF"/>
                </a:solidFill>
                <a:latin typeface="Arial"/>
                <a:ea typeface="Arial"/>
                <a:cs typeface="Arial"/>
              </a:defRPr>
            </a:lvl3pPr>
            <a:lvl4pPr algn="l">
              <a:defRPr sz="3225" b="1">
                <a:solidFill>
                  <a:srgbClr val="FFFFFF"/>
                </a:solidFill>
                <a:latin typeface="Arial"/>
                <a:ea typeface="Arial"/>
                <a:cs typeface="Arial"/>
              </a:defRPr>
            </a:lvl4pPr>
            <a:lvl5pPr algn="l">
              <a:defRPr sz="3225" b="1">
                <a:solidFill>
                  <a:srgbClr val="FFFFFF"/>
                </a:solidFill>
                <a:latin typeface="Arial"/>
                <a:ea typeface="Arial"/>
                <a:cs typeface="Arial"/>
              </a:defRPr>
            </a:lvl5pPr>
            <a:lvl6pPr algn="l">
              <a:defRPr sz="3225" b="1">
                <a:solidFill>
                  <a:srgbClr val="FFFFFF"/>
                </a:solidFill>
                <a:latin typeface="Arial"/>
                <a:ea typeface="Arial"/>
                <a:cs typeface="Arial"/>
              </a:defRPr>
            </a:lvl6pPr>
            <a:lvl7pPr algn="l">
              <a:defRPr sz="3225" b="1">
                <a:solidFill>
                  <a:srgbClr val="FFFFFF"/>
                </a:solidFill>
                <a:latin typeface="Arial"/>
                <a:ea typeface="Arial"/>
                <a:cs typeface="Arial"/>
              </a:defRPr>
            </a:lvl7pPr>
            <a:lvl8pPr algn="l">
              <a:defRPr sz="3225" b="1">
                <a:solidFill>
                  <a:srgbClr val="FFFFFF"/>
                </a:solidFill>
                <a:latin typeface="Arial"/>
                <a:ea typeface="Arial"/>
                <a:cs typeface="Arial"/>
              </a:defRPr>
            </a:lvl8pPr>
            <a:lvl9pPr algn="l">
              <a:defRPr sz="3225" b="1">
                <a:solidFill>
                  <a:srgbClr val="FFFFFF"/>
                </a:solidFill>
                <a:latin typeface="Arial"/>
                <a:ea typeface="Arial"/>
                <a:cs typeface="Arial"/>
              </a:defRPr>
            </a:lvl9pPr>
          </a:lstStyle>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A local hash chain is not a blockchain</a:t>
            </a:r>
          </a:p>
        </p:txBody>
      </p:sp>
      <p:sp>
        <p:nvSpPr>
          <p:cNvPr id="2" name="">
            <a:extLst xmlns:a="http://schemas.openxmlformats.org/drawingml/2006/main">
              <a:ext uri="{FF2B5EF4-FFF2-40B4-BE49-F238E27FC236}">
                <a16:creationId xmlns:a16="http://schemas.microsoft.com/office/drawing/2014/main" id="{45D7FFD2-772C-452E-A9E1-60F55A4F5783}"/>
              </a:ext>
            </a:extLst>
          </p:cNvPr>
          <p:cNvSpPr>
            <a:spLocks xmlns:a="http://schemas.openxmlformats.org/drawingml/2006/main" noGrp="1"/>
          </p:cNvSpPr>
          <p:nvPr/>
        </p:nvSpPr>
        <p:spPr>
          <a:xfrm xmlns:a="http://schemas.openxmlformats.org/drawingml/2006/main">
            <a:off x="781050" y="12573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BBC9CA"/>
                </a:solidFill>
                <a:latin typeface="Arial"/>
                <a:ea typeface="Arial"/>
                <a:cs typeface="Arial"/>
              </a:defRPr>
            </a:defPPr>
            <a:lvl1pPr algn="l">
              <a:defRPr sz="1575" b="0">
                <a:solidFill>
                  <a:srgbClr val="BBC9CA"/>
                </a:solidFill>
                <a:latin typeface="Arial"/>
                <a:ea typeface="Arial"/>
                <a:cs typeface="Arial"/>
              </a:defRPr>
            </a:lvl1pPr>
            <a:lvl2pPr algn="l">
              <a:defRPr sz="1575" b="0">
                <a:solidFill>
                  <a:srgbClr val="BBC9CA"/>
                </a:solidFill>
                <a:latin typeface="Arial"/>
                <a:ea typeface="Arial"/>
                <a:cs typeface="Arial"/>
              </a:defRPr>
            </a:lvl2pPr>
            <a:lvl3pPr algn="l">
              <a:defRPr sz="1575" b="0">
                <a:solidFill>
                  <a:srgbClr val="BBC9CA"/>
                </a:solidFill>
                <a:latin typeface="Arial"/>
                <a:ea typeface="Arial"/>
                <a:cs typeface="Arial"/>
              </a:defRPr>
            </a:lvl3pPr>
            <a:lvl4pPr algn="l">
              <a:defRPr sz="1575" b="0">
                <a:solidFill>
                  <a:srgbClr val="BBC9CA"/>
                </a:solidFill>
                <a:latin typeface="Arial"/>
                <a:ea typeface="Arial"/>
                <a:cs typeface="Arial"/>
              </a:defRPr>
            </a:lvl4pPr>
            <a:lvl5pPr algn="l">
              <a:defRPr sz="1575" b="0">
                <a:solidFill>
                  <a:srgbClr val="BBC9CA"/>
                </a:solidFill>
                <a:latin typeface="Arial"/>
                <a:ea typeface="Arial"/>
                <a:cs typeface="Arial"/>
              </a:defRPr>
            </a:lvl5pPr>
            <a:lvl6pPr algn="l">
              <a:defRPr sz="1575" b="0">
                <a:solidFill>
                  <a:srgbClr val="BBC9CA"/>
                </a:solidFill>
                <a:latin typeface="Arial"/>
                <a:ea typeface="Arial"/>
                <a:cs typeface="Arial"/>
              </a:defRPr>
            </a:lvl6pPr>
            <a:lvl7pPr algn="l">
              <a:defRPr sz="1575" b="0">
                <a:solidFill>
                  <a:srgbClr val="BBC9CA"/>
                </a:solidFill>
                <a:latin typeface="Arial"/>
                <a:ea typeface="Arial"/>
                <a:cs typeface="Arial"/>
              </a:defRPr>
            </a:lvl7pPr>
            <a:lvl8pPr algn="l">
              <a:defRPr sz="1575" b="0">
                <a:solidFill>
                  <a:srgbClr val="BBC9CA"/>
                </a:solidFill>
                <a:latin typeface="Arial"/>
                <a:ea typeface="Arial"/>
                <a:cs typeface="Arial"/>
              </a:defRPr>
            </a:lvl8pPr>
            <a:lvl9pPr algn="l">
              <a:defRPr sz="1575" b="0">
                <a:solidFill>
                  <a:srgbClr val="BBC9CA"/>
                </a:solidFill>
                <a:latin typeface="Arial"/>
                <a:ea typeface="Arial"/>
                <a:cs typeface="Arial"/>
              </a:defRPr>
            </a:lvl9pPr>
          </a:lstStyle>
          <a:p xmlns:a="http://schemas.openxmlformats.org/drawingml/2006/main">
            <a:pPr algn="l">
              <a:defRPr sz="1575" b="0">
                <a:solidFill>
                  <a:srgbClr val="BBC9CA"/>
                </a:solidFill>
                <a:latin typeface="Arial"/>
                <a:ea typeface="Arial"/>
                <a:cs typeface="Arial"/>
              </a:defRPr>
            </a:pPr>
            <a:r>
              <a:rPr sz="1575" b="0">
                <a:solidFill>
                  <a:srgbClr val="BBC9CA"/>
                </a:solidFill>
                <a:latin typeface="Arial"/>
                <a:ea typeface="Arial"/>
                <a:cs typeface="Arial"/>
              </a:rPr>
              <a:t>The prototype demonstrates verification logic, not a production trust model.</a:t>
            </a:r>
          </a:p>
        </p:txBody>
      </p:sp>
      <p:sp>
        <p:nvSpPr>
          <p:cNvPr id="3" name="">
            <a:extLst xmlns:a="http://schemas.openxmlformats.org/drawingml/2006/main">
              <a:ext uri="{FF2B5EF4-FFF2-40B4-BE49-F238E27FC236}">
                <a16:creationId xmlns:a16="http://schemas.microsoft.com/office/drawing/2014/main" id="{05609DA3-8B4C-44A8-B5B2-1933294D10FB}"/>
              </a:ext>
            </a:extLst>
          </p:cNvPr>
          <p:cNvSpPr>
            <a:spLocks xmlns:a="http://schemas.openxmlformats.org/drawingml/2006/main" noGrp="1"/>
          </p:cNvSpPr>
          <p:nvPr/>
        </p:nvSpPr>
        <p:spPr>
          <a:xfrm xmlns:a="http://schemas.openxmlformats.org/drawingml/2006/main">
            <a:off x="800100" y="2076450"/>
            <a:ext cx="4429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5C4A8"/>
                </a:solidFill>
                <a:latin typeface="Arial"/>
                <a:ea typeface="Arial"/>
                <a:cs typeface="Arial"/>
              </a:defRPr>
            </a:defPPr>
            <a:lvl1pPr algn="l">
              <a:defRPr sz="1125" b="1">
                <a:solidFill>
                  <a:srgbClr val="25C4A8"/>
                </a:solidFill>
                <a:latin typeface="Arial"/>
                <a:ea typeface="Arial"/>
                <a:cs typeface="Arial"/>
              </a:defRPr>
            </a:lvl1pPr>
            <a:lvl2pPr algn="l">
              <a:defRPr sz="1125" b="1">
                <a:solidFill>
                  <a:srgbClr val="25C4A8"/>
                </a:solidFill>
                <a:latin typeface="Arial"/>
                <a:ea typeface="Arial"/>
                <a:cs typeface="Arial"/>
              </a:defRPr>
            </a:lvl2pPr>
            <a:lvl3pPr algn="l">
              <a:defRPr sz="1125" b="1">
                <a:solidFill>
                  <a:srgbClr val="25C4A8"/>
                </a:solidFill>
                <a:latin typeface="Arial"/>
                <a:ea typeface="Arial"/>
                <a:cs typeface="Arial"/>
              </a:defRPr>
            </a:lvl3pPr>
            <a:lvl4pPr algn="l">
              <a:defRPr sz="1125" b="1">
                <a:solidFill>
                  <a:srgbClr val="25C4A8"/>
                </a:solidFill>
                <a:latin typeface="Arial"/>
                <a:ea typeface="Arial"/>
                <a:cs typeface="Arial"/>
              </a:defRPr>
            </a:lvl4pPr>
            <a:lvl5pPr algn="l">
              <a:defRPr sz="1125" b="1">
                <a:solidFill>
                  <a:srgbClr val="25C4A8"/>
                </a:solidFill>
                <a:latin typeface="Arial"/>
                <a:ea typeface="Arial"/>
                <a:cs typeface="Arial"/>
              </a:defRPr>
            </a:lvl5pPr>
            <a:lvl6pPr algn="l">
              <a:defRPr sz="1125" b="1">
                <a:solidFill>
                  <a:srgbClr val="25C4A8"/>
                </a:solidFill>
                <a:latin typeface="Arial"/>
                <a:ea typeface="Arial"/>
                <a:cs typeface="Arial"/>
              </a:defRPr>
            </a:lvl6pPr>
            <a:lvl7pPr algn="l">
              <a:defRPr sz="1125" b="1">
                <a:solidFill>
                  <a:srgbClr val="25C4A8"/>
                </a:solidFill>
                <a:latin typeface="Arial"/>
                <a:ea typeface="Arial"/>
                <a:cs typeface="Arial"/>
              </a:defRPr>
            </a:lvl7pPr>
            <a:lvl8pPr algn="l">
              <a:defRPr sz="1125" b="1">
                <a:solidFill>
                  <a:srgbClr val="25C4A8"/>
                </a:solidFill>
                <a:latin typeface="Arial"/>
                <a:ea typeface="Arial"/>
                <a:cs typeface="Arial"/>
              </a:defRPr>
            </a:lvl8pPr>
            <a:lvl9pPr algn="l">
              <a:defRPr sz="1125" b="1">
                <a:solidFill>
                  <a:srgbClr val="25C4A8"/>
                </a:solidFill>
                <a:latin typeface="Arial"/>
                <a:ea typeface="Arial"/>
                <a:cs typeface="Arial"/>
              </a:defRPr>
            </a:lvl9pPr>
          </a:lstStyle>
          <a:p xmlns:a="http://schemas.openxmlformats.org/drawingml/2006/main">
            <a:pPr algn="l">
              <a:defRPr sz="1125" b="1">
                <a:solidFill>
                  <a:srgbClr val="25C4A8"/>
                </a:solidFill>
                <a:latin typeface="Arial"/>
                <a:ea typeface="Arial"/>
                <a:cs typeface="Arial"/>
              </a:defRPr>
            </a:pPr>
            <a:r>
              <a:rPr sz="1125" b="1">
                <a:solidFill>
                  <a:srgbClr val="25C4A8"/>
                </a:solidFill>
                <a:latin typeface="Arial"/>
                <a:ea typeface="Arial"/>
                <a:cs typeface="Arial"/>
              </a:rPr>
              <a:t>MVP TODAY</a:t>
            </a:r>
          </a:p>
        </p:txBody>
      </p:sp>
      <p:sp>
        <p:nvSpPr>
          <p:cNvPr id="4" name="">
            <a:extLst xmlns:a="http://schemas.openxmlformats.org/drawingml/2006/main">
              <a:ext uri="{FF2B5EF4-FFF2-40B4-BE49-F238E27FC236}">
                <a16:creationId xmlns:a16="http://schemas.microsoft.com/office/drawing/2014/main" id="{04D900F8-F6CB-498D-90D9-83B658780257}"/>
              </a:ext>
            </a:extLst>
          </p:cNvPr>
          <p:cNvSpPr>
            <a:spLocks xmlns:a="http://schemas.openxmlformats.org/drawingml/2006/main" noGrp="1"/>
          </p:cNvSpPr>
          <p:nvPr/>
        </p:nvSpPr>
        <p:spPr>
          <a:xfrm xmlns:a="http://schemas.openxmlformats.org/drawingml/2006/main">
            <a:off x="800100" y="2505075"/>
            <a:ext cx="44291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FFFFFF"/>
                </a:solidFill>
                <a:latin typeface="Arial"/>
                <a:ea typeface="Arial"/>
                <a:cs typeface="Arial"/>
              </a:defRPr>
            </a:defPPr>
            <a:lvl1pPr algn="l">
              <a:defRPr sz="2025" b="1">
                <a:solidFill>
                  <a:srgbClr val="FFFFFF"/>
                </a:solidFill>
                <a:latin typeface="Arial"/>
                <a:ea typeface="Arial"/>
                <a:cs typeface="Arial"/>
              </a:defRPr>
            </a:lvl1pPr>
            <a:lvl2pPr algn="l">
              <a:defRPr sz="2025" b="1">
                <a:solidFill>
                  <a:srgbClr val="FFFFFF"/>
                </a:solidFill>
                <a:latin typeface="Arial"/>
                <a:ea typeface="Arial"/>
                <a:cs typeface="Arial"/>
              </a:defRPr>
            </a:lvl2pPr>
            <a:lvl3pPr algn="l">
              <a:defRPr sz="2025" b="1">
                <a:solidFill>
                  <a:srgbClr val="FFFFFF"/>
                </a:solidFill>
                <a:latin typeface="Arial"/>
                <a:ea typeface="Arial"/>
                <a:cs typeface="Arial"/>
              </a:defRPr>
            </a:lvl3pPr>
            <a:lvl4pPr algn="l">
              <a:defRPr sz="2025" b="1">
                <a:solidFill>
                  <a:srgbClr val="FFFFFF"/>
                </a:solidFill>
                <a:latin typeface="Arial"/>
                <a:ea typeface="Arial"/>
                <a:cs typeface="Arial"/>
              </a:defRPr>
            </a:lvl4pPr>
            <a:lvl5pPr algn="l">
              <a:defRPr sz="2025" b="1">
                <a:solidFill>
                  <a:srgbClr val="FFFFFF"/>
                </a:solidFill>
                <a:latin typeface="Arial"/>
                <a:ea typeface="Arial"/>
                <a:cs typeface="Arial"/>
              </a:defRPr>
            </a:lvl5pPr>
            <a:lvl6pPr algn="l">
              <a:defRPr sz="2025" b="1">
                <a:solidFill>
                  <a:srgbClr val="FFFFFF"/>
                </a:solidFill>
                <a:latin typeface="Arial"/>
                <a:ea typeface="Arial"/>
                <a:cs typeface="Arial"/>
              </a:defRPr>
            </a:lvl6pPr>
            <a:lvl7pPr algn="l">
              <a:defRPr sz="2025" b="1">
                <a:solidFill>
                  <a:srgbClr val="FFFFFF"/>
                </a:solidFill>
                <a:latin typeface="Arial"/>
                <a:ea typeface="Arial"/>
                <a:cs typeface="Arial"/>
              </a:defRPr>
            </a:lvl7pPr>
            <a:lvl8pPr algn="l">
              <a:defRPr sz="2025" b="1">
                <a:solidFill>
                  <a:srgbClr val="FFFFFF"/>
                </a:solidFill>
                <a:latin typeface="Arial"/>
                <a:ea typeface="Arial"/>
                <a:cs typeface="Arial"/>
              </a:defRPr>
            </a:lvl8pPr>
            <a:lvl9pPr algn="l">
              <a:defRPr sz="2025" b="1">
                <a:solidFill>
                  <a:srgbClr val="FFFFFF"/>
                </a:solidFill>
                <a:latin typeface="Arial"/>
                <a:ea typeface="Arial"/>
                <a:cs typeface="Arial"/>
              </a:defRPr>
            </a:lvl9pPr>
          </a:lstStyle>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What it can show</a:t>
            </a:r>
          </a:p>
        </p:txBody>
      </p:sp>
      <p:sp>
        <p:nvSpPr>
          <p:cNvPr id="5" name="">
            <a:extLst xmlns:a="http://schemas.openxmlformats.org/drawingml/2006/main">
              <a:ext uri="{FF2B5EF4-FFF2-40B4-BE49-F238E27FC236}">
                <a16:creationId xmlns:a16="http://schemas.microsoft.com/office/drawing/2014/main" id="{5CEF1DB1-A41C-4B0C-AD35-CF80452C4B44}"/>
              </a:ext>
            </a:extLst>
          </p:cNvPr>
          <p:cNvSpPr>
            <a:spLocks xmlns:a="http://schemas.openxmlformats.org/drawingml/2006/main" noGrp="1"/>
          </p:cNvSpPr>
          <p:nvPr/>
        </p:nvSpPr>
        <p:spPr>
          <a:xfrm xmlns:a="http://schemas.openxmlformats.org/drawingml/2006/main">
            <a:off x="800100" y="3028950"/>
            <a:ext cx="4429125"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D1DCDB"/>
                </a:solidFill>
                <a:latin typeface="Arial"/>
                <a:ea typeface="Arial"/>
                <a:cs typeface="Arial"/>
              </a:defRPr>
            </a:defPPr>
            <a:lvl1pPr algn="l">
              <a:defRPr sz="1425" b="0">
                <a:solidFill>
                  <a:srgbClr val="D1DCDB"/>
                </a:solidFill>
                <a:latin typeface="Arial"/>
                <a:ea typeface="Arial"/>
                <a:cs typeface="Arial"/>
              </a:defRPr>
            </a:lvl1pPr>
            <a:lvl2pPr algn="l">
              <a:defRPr sz="1425" b="0">
                <a:solidFill>
                  <a:srgbClr val="D1DCDB"/>
                </a:solidFill>
                <a:latin typeface="Arial"/>
                <a:ea typeface="Arial"/>
                <a:cs typeface="Arial"/>
              </a:defRPr>
            </a:lvl2pPr>
            <a:lvl3pPr algn="l">
              <a:defRPr sz="1425" b="0">
                <a:solidFill>
                  <a:srgbClr val="D1DCDB"/>
                </a:solidFill>
                <a:latin typeface="Arial"/>
                <a:ea typeface="Arial"/>
                <a:cs typeface="Arial"/>
              </a:defRPr>
            </a:lvl3pPr>
            <a:lvl4pPr algn="l">
              <a:defRPr sz="1425" b="0">
                <a:solidFill>
                  <a:srgbClr val="D1DCDB"/>
                </a:solidFill>
                <a:latin typeface="Arial"/>
                <a:ea typeface="Arial"/>
                <a:cs typeface="Arial"/>
              </a:defRPr>
            </a:lvl4pPr>
            <a:lvl5pPr algn="l">
              <a:defRPr sz="1425" b="0">
                <a:solidFill>
                  <a:srgbClr val="D1DCDB"/>
                </a:solidFill>
                <a:latin typeface="Arial"/>
                <a:ea typeface="Arial"/>
                <a:cs typeface="Arial"/>
              </a:defRPr>
            </a:lvl5pPr>
            <a:lvl6pPr algn="l">
              <a:defRPr sz="1425" b="0">
                <a:solidFill>
                  <a:srgbClr val="D1DCDB"/>
                </a:solidFill>
                <a:latin typeface="Arial"/>
                <a:ea typeface="Arial"/>
                <a:cs typeface="Arial"/>
              </a:defRPr>
            </a:lvl6pPr>
            <a:lvl7pPr algn="l">
              <a:defRPr sz="1425" b="0">
                <a:solidFill>
                  <a:srgbClr val="D1DCDB"/>
                </a:solidFill>
                <a:latin typeface="Arial"/>
                <a:ea typeface="Arial"/>
                <a:cs typeface="Arial"/>
              </a:defRPr>
            </a:lvl7pPr>
            <a:lvl8pPr algn="l">
              <a:defRPr sz="1425" b="0">
                <a:solidFill>
                  <a:srgbClr val="D1DCDB"/>
                </a:solidFill>
                <a:latin typeface="Arial"/>
                <a:ea typeface="Arial"/>
                <a:cs typeface="Arial"/>
              </a:defRPr>
            </a:lvl8pPr>
            <a:lvl9pPr algn="l">
              <a:defRPr sz="1425" b="0">
                <a:solidFill>
                  <a:srgbClr val="D1DCDB"/>
                </a:solidFill>
                <a:latin typeface="Arial"/>
                <a:ea typeface="Arial"/>
                <a:cs typeface="Arial"/>
              </a:defRPr>
            </a:lvl9pPr>
          </a:lstStyle>
          <a:p xmlns:a="http://schemas.openxmlformats.org/drawingml/2006/main">
            <a:pPr algn="l">
              <a:defRPr sz="1425" b="0">
                <a:solidFill>
                  <a:srgbClr val="D1DCDB"/>
                </a:solidFill>
                <a:latin typeface="Arial"/>
                <a:ea typeface="Arial"/>
                <a:cs typeface="Arial"/>
              </a:defRPr>
            </a:pPr>
            <a:r>
              <a:rPr sz="1425" b="0">
                <a:solidFill>
                  <a:srgbClr val="D1DCDB"/>
                </a:solidFill>
                <a:latin typeface="Arial"/>
                <a:ea typeface="Arial"/>
                <a:cs typeface="Arial"/>
              </a:rPr>
              <a:t>SHA-256 fingerprints for uploaded files</a:t>
            </a:r>
          </a:p>
          <a:p xmlns:a="http://schemas.openxmlformats.org/drawingml/2006/main">
            <a:r>
              <a:t/>
            </a:r>
          </a:p>
          <a:p xmlns:a="http://schemas.openxmlformats.org/drawingml/2006/main">
            <a:pPr algn="l">
              <a:defRPr sz="1425" b="0">
                <a:solidFill>
                  <a:srgbClr val="D1DCDB"/>
                </a:solidFill>
                <a:latin typeface="Arial"/>
                <a:ea typeface="Arial"/>
                <a:cs typeface="Arial"/>
              </a:defRPr>
            </a:pPr>
            <a:r>
              <a:rPr sz="1425" b="0">
                <a:solidFill>
                  <a:srgbClr val="D1DCDB"/>
                </a:solidFill>
                <a:latin typeface="Arial"/>
                <a:ea typeface="Arial"/>
                <a:cs typeface="Arial"/>
              </a:rPr>
              <a:t>A visible sequence of custody events</a:t>
            </a:r>
          </a:p>
          <a:p xmlns:a="http://schemas.openxmlformats.org/drawingml/2006/main">
            <a:r>
              <a:t/>
            </a:r>
          </a:p>
          <a:p xmlns:a="http://schemas.openxmlformats.org/drawingml/2006/main">
            <a:pPr algn="l">
              <a:defRPr sz="1425" b="0">
                <a:solidFill>
                  <a:srgbClr val="D1DCDB"/>
                </a:solidFill>
                <a:latin typeface="Arial"/>
                <a:ea typeface="Arial"/>
                <a:cs typeface="Arial"/>
              </a:defRPr>
            </a:pPr>
            <a:r>
              <a:rPr sz="1425" b="0">
                <a:solidFill>
                  <a:srgbClr val="D1DCDB"/>
                </a:solidFill>
                <a:latin typeface="Arial"/>
                <a:ea typeface="Arial"/>
                <a:cs typeface="Arial"/>
              </a:rPr>
              <a:t>Checks against data stored in this browser</a:t>
            </a:r>
          </a:p>
          <a:p xmlns:a="http://schemas.openxmlformats.org/drawingml/2006/main">
            <a:r>
              <a:t/>
            </a:r>
          </a:p>
          <a:p xmlns:a="http://schemas.openxmlformats.org/drawingml/2006/main">
            <a:pPr algn="l">
              <a:defRPr sz="1425" b="0">
                <a:solidFill>
                  <a:srgbClr val="D1DCDB"/>
                </a:solidFill>
                <a:latin typeface="Arial"/>
                <a:ea typeface="Arial"/>
                <a:cs typeface="Arial"/>
              </a:defRPr>
            </a:pPr>
            <a:r>
              <a:rPr sz="1425" b="0">
                <a:solidFill>
                  <a:srgbClr val="D1DCDB"/>
                </a:solidFill>
                <a:latin typeface="Arial"/>
                <a:ea typeface="Arial"/>
                <a:cs typeface="Arial"/>
              </a:rPr>
              <a:t>A clear message when a sample file is unavailable</a:t>
            </a:r>
          </a:p>
        </p:txBody>
      </p:sp>
      <p:sp>
        <p:nvSpPr>
          <p:cNvPr id="6" name="">
            <a:extLst xmlns:a="http://schemas.openxmlformats.org/drawingml/2006/main">
              <a:ext uri="{FF2B5EF4-FFF2-40B4-BE49-F238E27FC236}">
                <a16:creationId xmlns:a16="http://schemas.microsoft.com/office/drawing/2014/main" id="{2B73F5F7-4972-4E57-A18F-28E3BB104F5B}"/>
              </a:ext>
            </a:extLst>
          </p:cNvPr>
          <p:cNvSpPr>
            <a:spLocks xmlns:a="http://schemas.openxmlformats.org/drawingml/2006/main" noGrp="1"/>
          </p:cNvSpPr>
          <p:nvPr/>
        </p:nvSpPr>
        <p:spPr>
          <a:xfrm xmlns:a="http://schemas.openxmlformats.org/drawingml/2006/main">
            <a:off x="6048375" y="2076450"/>
            <a:ext cx="9525" cy="3371850"/>
          </a:xfrm>
          <a:prstGeom xmlns:a="http://schemas.openxmlformats.org/drawingml/2006/main" prst="rect">
            <a:avLst/>
          </a:prstGeom>
          <a:solidFill xmlns:a="http://schemas.openxmlformats.org/drawingml/2006/main">
            <a:srgbClr val="3C555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2C74EA4-58AA-4B3F-B664-8B16A106FD09}"/>
              </a:ext>
            </a:extLst>
          </p:cNvPr>
          <p:cNvSpPr>
            <a:spLocks xmlns:a="http://schemas.openxmlformats.org/drawingml/2006/main" noGrp="1"/>
          </p:cNvSpPr>
          <p:nvPr/>
        </p:nvSpPr>
        <p:spPr>
          <a:xfrm xmlns:a="http://schemas.openxmlformats.org/drawingml/2006/main">
            <a:off x="6667500" y="2076450"/>
            <a:ext cx="4429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D8F06B"/>
                </a:solidFill>
                <a:latin typeface="Arial"/>
                <a:ea typeface="Arial"/>
                <a:cs typeface="Arial"/>
              </a:defRPr>
            </a:defPPr>
            <a:lvl1pPr algn="l">
              <a:defRPr sz="1125" b="1">
                <a:solidFill>
                  <a:srgbClr val="D8F06B"/>
                </a:solidFill>
                <a:latin typeface="Arial"/>
                <a:ea typeface="Arial"/>
                <a:cs typeface="Arial"/>
              </a:defRPr>
            </a:lvl1pPr>
            <a:lvl2pPr algn="l">
              <a:defRPr sz="1125" b="1">
                <a:solidFill>
                  <a:srgbClr val="D8F06B"/>
                </a:solidFill>
                <a:latin typeface="Arial"/>
                <a:ea typeface="Arial"/>
                <a:cs typeface="Arial"/>
              </a:defRPr>
            </a:lvl2pPr>
            <a:lvl3pPr algn="l">
              <a:defRPr sz="1125" b="1">
                <a:solidFill>
                  <a:srgbClr val="D8F06B"/>
                </a:solidFill>
                <a:latin typeface="Arial"/>
                <a:ea typeface="Arial"/>
                <a:cs typeface="Arial"/>
              </a:defRPr>
            </a:lvl3pPr>
            <a:lvl4pPr algn="l">
              <a:defRPr sz="1125" b="1">
                <a:solidFill>
                  <a:srgbClr val="D8F06B"/>
                </a:solidFill>
                <a:latin typeface="Arial"/>
                <a:ea typeface="Arial"/>
                <a:cs typeface="Arial"/>
              </a:defRPr>
            </a:lvl4pPr>
            <a:lvl5pPr algn="l">
              <a:defRPr sz="1125" b="1">
                <a:solidFill>
                  <a:srgbClr val="D8F06B"/>
                </a:solidFill>
                <a:latin typeface="Arial"/>
                <a:ea typeface="Arial"/>
                <a:cs typeface="Arial"/>
              </a:defRPr>
            </a:lvl5pPr>
            <a:lvl6pPr algn="l">
              <a:defRPr sz="1125" b="1">
                <a:solidFill>
                  <a:srgbClr val="D8F06B"/>
                </a:solidFill>
                <a:latin typeface="Arial"/>
                <a:ea typeface="Arial"/>
                <a:cs typeface="Arial"/>
              </a:defRPr>
            </a:lvl6pPr>
            <a:lvl7pPr algn="l">
              <a:defRPr sz="1125" b="1">
                <a:solidFill>
                  <a:srgbClr val="D8F06B"/>
                </a:solidFill>
                <a:latin typeface="Arial"/>
                <a:ea typeface="Arial"/>
                <a:cs typeface="Arial"/>
              </a:defRPr>
            </a:lvl7pPr>
            <a:lvl8pPr algn="l">
              <a:defRPr sz="1125" b="1">
                <a:solidFill>
                  <a:srgbClr val="D8F06B"/>
                </a:solidFill>
                <a:latin typeface="Arial"/>
                <a:ea typeface="Arial"/>
                <a:cs typeface="Arial"/>
              </a:defRPr>
            </a:lvl8pPr>
            <a:lvl9pPr algn="l">
              <a:defRPr sz="1125" b="1">
                <a:solidFill>
                  <a:srgbClr val="D8F06B"/>
                </a:solidFill>
                <a:latin typeface="Arial"/>
                <a:ea typeface="Arial"/>
                <a:cs typeface="Arial"/>
              </a:defRPr>
            </a:lvl9pPr>
          </a:lstStyle>
          <a:p xmlns:a="http://schemas.openxmlformats.org/drawingml/2006/main">
            <a:pPr algn="l">
              <a:defRPr sz="1125" b="1">
                <a:solidFill>
                  <a:srgbClr val="D8F06B"/>
                </a:solidFill>
                <a:latin typeface="Arial"/>
                <a:ea typeface="Arial"/>
                <a:cs typeface="Arial"/>
              </a:defRPr>
            </a:pPr>
            <a:r>
              <a:rPr sz="1125" b="1">
                <a:solidFill>
                  <a:srgbClr val="D8F06B"/>
                </a:solidFill>
                <a:latin typeface="Arial"/>
                <a:ea typeface="Arial"/>
                <a:cs typeface="Arial"/>
              </a:rPr>
              <a:t>FOR PRODUCTION</a:t>
            </a:r>
          </a:p>
        </p:txBody>
      </p:sp>
      <p:sp>
        <p:nvSpPr>
          <p:cNvPr id="8" name="">
            <a:extLst xmlns:a="http://schemas.openxmlformats.org/drawingml/2006/main">
              <a:ext uri="{FF2B5EF4-FFF2-40B4-BE49-F238E27FC236}">
                <a16:creationId xmlns:a16="http://schemas.microsoft.com/office/drawing/2014/main" id="{83A95A9D-06B5-4324-9C30-40F41AB4C406}"/>
              </a:ext>
            </a:extLst>
          </p:cNvPr>
          <p:cNvSpPr>
            <a:spLocks xmlns:a="http://schemas.openxmlformats.org/drawingml/2006/main" noGrp="1"/>
          </p:cNvSpPr>
          <p:nvPr/>
        </p:nvSpPr>
        <p:spPr>
          <a:xfrm xmlns:a="http://schemas.openxmlformats.org/drawingml/2006/main">
            <a:off x="6667500" y="2505075"/>
            <a:ext cx="44291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FFFFFF"/>
                </a:solidFill>
                <a:latin typeface="Arial"/>
                <a:ea typeface="Arial"/>
                <a:cs typeface="Arial"/>
              </a:defRPr>
            </a:defPPr>
            <a:lvl1pPr algn="l">
              <a:defRPr sz="2025" b="1">
                <a:solidFill>
                  <a:srgbClr val="FFFFFF"/>
                </a:solidFill>
                <a:latin typeface="Arial"/>
                <a:ea typeface="Arial"/>
                <a:cs typeface="Arial"/>
              </a:defRPr>
            </a:lvl1pPr>
            <a:lvl2pPr algn="l">
              <a:defRPr sz="2025" b="1">
                <a:solidFill>
                  <a:srgbClr val="FFFFFF"/>
                </a:solidFill>
                <a:latin typeface="Arial"/>
                <a:ea typeface="Arial"/>
                <a:cs typeface="Arial"/>
              </a:defRPr>
            </a:lvl2pPr>
            <a:lvl3pPr algn="l">
              <a:defRPr sz="2025" b="1">
                <a:solidFill>
                  <a:srgbClr val="FFFFFF"/>
                </a:solidFill>
                <a:latin typeface="Arial"/>
                <a:ea typeface="Arial"/>
                <a:cs typeface="Arial"/>
              </a:defRPr>
            </a:lvl3pPr>
            <a:lvl4pPr algn="l">
              <a:defRPr sz="2025" b="1">
                <a:solidFill>
                  <a:srgbClr val="FFFFFF"/>
                </a:solidFill>
                <a:latin typeface="Arial"/>
                <a:ea typeface="Arial"/>
                <a:cs typeface="Arial"/>
              </a:defRPr>
            </a:lvl4pPr>
            <a:lvl5pPr algn="l">
              <a:defRPr sz="2025" b="1">
                <a:solidFill>
                  <a:srgbClr val="FFFFFF"/>
                </a:solidFill>
                <a:latin typeface="Arial"/>
                <a:ea typeface="Arial"/>
                <a:cs typeface="Arial"/>
              </a:defRPr>
            </a:lvl5pPr>
            <a:lvl6pPr algn="l">
              <a:defRPr sz="2025" b="1">
                <a:solidFill>
                  <a:srgbClr val="FFFFFF"/>
                </a:solidFill>
                <a:latin typeface="Arial"/>
                <a:ea typeface="Arial"/>
                <a:cs typeface="Arial"/>
              </a:defRPr>
            </a:lvl6pPr>
            <a:lvl7pPr algn="l">
              <a:defRPr sz="2025" b="1">
                <a:solidFill>
                  <a:srgbClr val="FFFFFF"/>
                </a:solidFill>
                <a:latin typeface="Arial"/>
                <a:ea typeface="Arial"/>
                <a:cs typeface="Arial"/>
              </a:defRPr>
            </a:lvl7pPr>
            <a:lvl8pPr algn="l">
              <a:defRPr sz="2025" b="1">
                <a:solidFill>
                  <a:srgbClr val="FFFFFF"/>
                </a:solidFill>
                <a:latin typeface="Arial"/>
                <a:ea typeface="Arial"/>
                <a:cs typeface="Arial"/>
              </a:defRPr>
            </a:lvl8pPr>
            <a:lvl9pPr algn="l">
              <a:defRPr sz="2025" b="1">
                <a:solidFill>
                  <a:srgbClr val="FFFFFF"/>
                </a:solidFill>
                <a:latin typeface="Arial"/>
                <a:ea typeface="Arial"/>
                <a:cs typeface="Arial"/>
              </a:defRPr>
            </a:lvl9pPr>
          </a:lstStyle>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What must be added</a:t>
            </a:r>
          </a:p>
        </p:txBody>
      </p:sp>
      <p:sp>
        <p:nvSpPr>
          <p:cNvPr id="9" name="">
            <a:extLst xmlns:a="http://schemas.openxmlformats.org/drawingml/2006/main">
              <a:ext uri="{FF2B5EF4-FFF2-40B4-BE49-F238E27FC236}">
                <a16:creationId xmlns:a16="http://schemas.microsoft.com/office/drawing/2014/main" id="{C35F412B-5AA5-4693-AA9B-2887DCDFB7BD}"/>
              </a:ext>
            </a:extLst>
          </p:cNvPr>
          <p:cNvSpPr>
            <a:spLocks xmlns:a="http://schemas.openxmlformats.org/drawingml/2006/main" noGrp="1"/>
          </p:cNvSpPr>
          <p:nvPr/>
        </p:nvSpPr>
        <p:spPr>
          <a:xfrm xmlns:a="http://schemas.openxmlformats.org/drawingml/2006/main">
            <a:off x="6667500" y="3028950"/>
            <a:ext cx="4429125"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D1DCDB"/>
                </a:solidFill>
                <a:latin typeface="Arial"/>
                <a:ea typeface="Arial"/>
                <a:cs typeface="Arial"/>
              </a:defRPr>
            </a:defPPr>
            <a:lvl1pPr algn="l">
              <a:defRPr sz="1425" b="0">
                <a:solidFill>
                  <a:srgbClr val="D1DCDB"/>
                </a:solidFill>
                <a:latin typeface="Arial"/>
                <a:ea typeface="Arial"/>
                <a:cs typeface="Arial"/>
              </a:defRPr>
            </a:lvl1pPr>
            <a:lvl2pPr algn="l">
              <a:defRPr sz="1425" b="0">
                <a:solidFill>
                  <a:srgbClr val="D1DCDB"/>
                </a:solidFill>
                <a:latin typeface="Arial"/>
                <a:ea typeface="Arial"/>
                <a:cs typeface="Arial"/>
              </a:defRPr>
            </a:lvl2pPr>
            <a:lvl3pPr algn="l">
              <a:defRPr sz="1425" b="0">
                <a:solidFill>
                  <a:srgbClr val="D1DCDB"/>
                </a:solidFill>
                <a:latin typeface="Arial"/>
                <a:ea typeface="Arial"/>
                <a:cs typeface="Arial"/>
              </a:defRPr>
            </a:lvl3pPr>
            <a:lvl4pPr algn="l">
              <a:defRPr sz="1425" b="0">
                <a:solidFill>
                  <a:srgbClr val="D1DCDB"/>
                </a:solidFill>
                <a:latin typeface="Arial"/>
                <a:ea typeface="Arial"/>
                <a:cs typeface="Arial"/>
              </a:defRPr>
            </a:lvl4pPr>
            <a:lvl5pPr algn="l">
              <a:defRPr sz="1425" b="0">
                <a:solidFill>
                  <a:srgbClr val="D1DCDB"/>
                </a:solidFill>
                <a:latin typeface="Arial"/>
                <a:ea typeface="Arial"/>
                <a:cs typeface="Arial"/>
              </a:defRPr>
            </a:lvl5pPr>
            <a:lvl6pPr algn="l">
              <a:defRPr sz="1425" b="0">
                <a:solidFill>
                  <a:srgbClr val="D1DCDB"/>
                </a:solidFill>
                <a:latin typeface="Arial"/>
                <a:ea typeface="Arial"/>
                <a:cs typeface="Arial"/>
              </a:defRPr>
            </a:lvl6pPr>
            <a:lvl7pPr algn="l">
              <a:defRPr sz="1425" b="0">
                <a:solidFill>
                  <a:srgbClr val="D1DCDB"/>
                </a:solidFill>
                <a:latin typeface="Arial"/>
                <a:ea typeface="Arial"/>
                <a:cs typeface="Arial"/>
              </a:defRPr>
            </a:lvl7pPr>
            <a:lvl8pPr algn="l">
              <a:defRPr sz="1425" b="0">
                <a:solidFill>
                  <a:srgbClr val="D1DCDB"/>
                </a:solidFill>
                <a:latin typeface="Arial"/>
                <a:ea typeface="Arial"/>
                <a:cs typeface="Arial"/>
              </a:defRPr>
            </a:lvl8pPr>
            <a:lvl9pPr algn="l">
              <a:defRPr sz="1425" b="0">
                <a:solidFill>
                  <a:srgbClr val="D1DCDB"/>
                </a:solidFill>
                <a:latin typeface="Arial"/>
                <a:ea typeface="Arial"/>
                <a:cs typeface="Arial"/>
              </a:defRPr>
            </a:lvl9pPr>
          </a:lstStyle>
          <a:p xmlns:a="http://schemas.openxmlformats.org/drawingml/2006/main">
            <a:pPr algn="l">
              <a:defRPr sz="1425" b="0">
                <a:solidFill>
                  <a:srgbClr val="D1DCDB"/>
                </a:solidFill>
                <a:latin typeface="Arial"/>
                <a:ea typeface="Arial"/>
                <a:cs typeface="Arial"/>
              </a:defRPr>
            </a:pPr>
            <a:r>
              <a:rPr sz="1425" b="0">
                <a:solidFill>
                  <a:srgbClr val="D1DCDB"/>
                </a:solidFill>
                <a:latin typeface="Arial"/>
                <a:ea typeface="Arial"/>
                <a:cs typeface="Arial"/>
              </a:rPr>
              <a:t>Authenticated users and case permissions</a:t>
            </a:r>
          </a:p>
          <a:p xmlns:a="http://schemas.openxmlformats.org/drawingml/2006/main">
            <a:r>
              <a:t/>
            </a:r>
          </a:p>
          <a:p xmlns:a="http://schemas.openxmlformats.org/drawingml/2006/main">
            <a:pPr algn="l">
              <a:defRPr sz="1425" b="0">
                <a:solidFill>
                  <a:srgbClr val="D1DCDB"/>
                </a:solidFill>
                <a:latin typeface="Arial"/>
                <a:ea typeface="Arial"/>
                <a:cs typeface="Arial"/>
              </a:defRPr>
            </a:pPr>
            <a:r>
              <a:rPr sz="1425" b="0">
                <a:solidFill>
                  <a:srgbClr val="D1DCDB"/>
                </a:solidFill>
                <a:latin typeface="Arial"/>
                <a:ea typeface="Arial"/>
                <a:cs typeface="Arial"/>
              </a:rPr>
              <a:t>Encrypted, durable evidence storage</a:t>
            </a:r>
          </a:p>
          <a:p xmlns:a="http://schemas.openxmlformats.org/drawingml/2006/main">
            <a:r>
              <a:t/>
            </a:r>
          </a:p>
          <a:p xmlns:a="http://schemas.openxmlformats.org/drawingml/2006/main">
            <a:pPr algn="l">
              <a:defRPr sz="1425" b="0">
                <a:solidFill>
                  <a:srgbClr val="D1DCDB"/>
                </a:solidFill>
                <a:latin typeface="Arial"/>
                <a:ea typeface="Arial"/>
                <a:cs typeface="Arial"/>
              </a:defRPr>
            </a:pPr>
            <a:r>
              <a:rPr sz="1425" b="0">
                <a:solidFill>
                  <a:srgbClr val="D1DCDB"/>
                </a:solidFill>
                <a:latin typeface="Arial"/>
                <a:ea typeface="Arial"/>
                <a:cs typeface="Arial"/>
              </a:rPr>
              <a:t>Independently protected audit records</a:t>
            </a:r>
          </a:p>
          <a:p xmlns:a="http://schemas.openxmlformats.org/drawingml/2006/main">
            <a:r>
              <a:t/>
            </a:r>
          </a:p>
          <a:p xmlns:a="http://schemas.openxmlformats.org/drawingml/2006/main">
            <a:pPr algn="l">
              <a:defRPr sz="1425" b="0">
                <a:solidFill>
                  <a:srgbClr val="D1DCDB"/>
                </a:solidFill>
                <a:latin typeface="Arial"/>
                <a:ea typeface="Arial"/>
                <a:cs typeface="Arial"/>
              </a:defRPr>
            </a:pPr>
            <a:r>
              <a:rPr sz="1425" b="0">
                <a:solidFill>
                  <a:srgbClr val="D1DCDB"/>
                </a:solidFill>
                <a:latin typeface="Arial"/>
                <a:ea typeface="Arial"/>
                <a:cs typeface="Arial"/>
              </a:rPr>
              <a:t>Optional blockchain anchoring of selected hashes</a:t>
            </a:r>
          </a:p>
        </p:txBody>
      </p:sp>
      <p:sp>
        <p:nvSpPr>
          <p:cNvPr id="10" name="">
            <a:extLst xmlns:a="http://schemas.openxmlformats.org/drawingml/2006/main">
              <a:ext uri="{FF2B5EF4-FFF2-40B4-BE49-F238E27FC236}">
                <a16:creationId xmlns:a16="http://schemas.microsoft.com/office/drawing/2014/main" id="{76E84568-A16E-4C6E-9860-8D33571E82FC}"/>
              </a:ext>
            </a:extLst>
          </p:cNvPr>
          <p:cNvSpPr>
            <a:spLocks xmlns:a="http://schemas.openxmlformats.org/drawingml/2006/main" noGrp="1"/>
          </p:cNvSpPr>
          <p:nvPr/>
        </p:nvSpPr>
        <p:spPr>
          <a:xfrm xmlns:a="http://schemas.openxmlformats.org/drawingml/2006/main">
            <a:off x="800100" y="5457825"/>
            <a:ext cx="10287000" cy="514350"/>
          </a:xfrm>
          <a:prstGeom xmlns:a="http://schemas.openxmlformats.org/drawingml/2006/main" prst="roundRect">
            <a:avLst>
              <a:gd name="adj" fmla="val 7407"/>
            </a:avLst>
          </a:prstGeom>
          <a:solidFill xmlns:a="http://schemas.openxmlformats.org/drawingml/2006/main">
            <a:srgbClr val="20394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25DB305-6BAE-4C88-8E01-A916C303BE78}"/>
              </a:ext>
            </a:extLst>
          </p:cNvPr>
          <p:cNvSpPr>
            <a:spLocks xmlns:a="http://schemas.openxmlformats.org/drawingml/2006/main" noGrp="1"/>
          </p:cNvSpPr>
          <p:nvPr/>
        </p:nvSpPr>
        <p:spPr>
          <a:xfrm xmlns:a="http://schemas.openxmlformats.org/drawingml/2006/main">
            <a:off x="990600" y="5600700"/>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FFFFFF"/>
                </a:solidFill>
                <a:latin typeface="Arial"/>
                <a:ea typeface="Arial"/>
                <a:cs typeface="Arial"/>
              </a:defRPr>
            </a:defPPr>
            <a:lvl1pPr algn="l">
              <a:defRPr sz="1275" b="0">
                <a:solidFill>
                  <a:srgbClr val="FFFFFF"/>
                </a:solidFill>
                <a:latin typeface="Arial"/>
                <a:ea typeface="Arial"/>
                <a:cs typeface="Arial"/>
              </a:defRPr>
            </a:lvl1pPr>
            <a:lvl2pPr algn="l">
              <a:defRPr sz="1275" b="0">
                <a:solidFill>
                  <a:srgbClr val="FFFFFF"/>
                </a:solidFill>
                <a:latin typeface="Arial"/>
                <a:ea typeface="Arial"/>
                <a:cs typeface="Arial"/>
              </a:defRPr>
            </a:lvl2pPr>
            <a:lvl3pPr algn="l">
              <a:defRPr sz="1275" b="0">
                <a:solidFill>
                  <a:srgbClr val="FFFFFF"/>
                </a:solidFill>
                <a:latin typeface="Arial"/>
                <a:ea typeface="Arial"/>
                <a:cs typeface="Arial"/>
              </a:defRPr>
            </a:lvl3pPr>
            <a:lvl4pPr algn="l">
              <a:defRPr sz="1275" b="0">
                <a:solidFill>
                  <a:srgbClr val="FFFFFF"/>
                </a:solidFill>
                <a:latin typeface="Arial"/>
                <a:ea typeface="Arial"/>
                <a:cs typeface="Arial"/>
              </a:defRPr>
            </a:lvl4pPr>
            <a:lvl5pPr algn="l">
              <a:defRPr sz="1275" b="0">
                <a:solidFill>
                  <a:srgbClr val="FFFFFF"/>
                </a:solidFill>
                <a:latin typeface="Arial"/>
                <a:ea typeface="Arial"/>
                <a:cs typeface="Arial"/>
              </a:defRPr>
            </a:lvl5pPr>
            <a:lvl6pPr algn="l">
              <a:defRPr sz="1275" b="0">
                <a:solidFill>
                  <a:srgbClr val="FFFFFF"/>
                </a:solidFill>
                <a:latin typeface="Arial"/>
                <a:ea typeface="Arial"/>
                <a:cs typeface="Arial"/>
              </a:defRPr>
            </a:lvl6pPr>
            <a:lvl7pPr algn="l">
              <a:defRPr sz="1275" b="0">
                <a:solidFill>
                  <a:srgbClr val="FFFFFF"/>
                </a:solidFill>
                <a:latin typeface="Arial"/>
                <a:ea typeface="Arial"/>
                <a:cs typeface="Arial"/>
              </a:defRPr>
            </a:lvl7pPr>
            <a:lvl8pPr algn="l">
              <a:defRPr sz="1275" b="0">
                <a:solidFill>
                  <a:srgbClr val="FFFFFF"/>
                </a:solidFill>
                <a:latin typeface="Arial"/>
                <a:ea typeface="Arial"/>
                <a:cs typeface="Arial"/>
              </a:defRPr>
            </a:lvl8pPr>
            <a:lvl9pPr algn="l">
              <a:defRPr sz="1275" b="0">
                <a:solidFill>
                  <a:srgbClr val="FFFFFF"/>
                </a:solidFill>
                <a:latin typeface="Arial"/>
                <a:ea typeface="Arial"/>
                <a:cs typeface="Arial"/>
              </a:defRPr>
            </a:lvl9pPr>
          </a:lstStyle>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A hash match checks file bytes against a reference. It does not prove collection, identity, or lawful handling.</a:t>
            </a:r>
          </a:p>
        </p:txBody>
      </p:sp>
      <p:sp>
        <p:nvSpPr>
          <p:cNvPr id="12" name="">
            <a:extLst xmlns:a="http://schemas.openxmlformats.org/drawingml/2006/main">
              <a:ext uri="{FF2B5EF4-FFF2-40B4-BE49-F238E27FC236}">
                <a16:creationId xmlns:a16="http://schemas.microsoft.com/office/drawing/2014/main" id="{3C40DAC8-D117-4459-BA40-1059BC45E262}"/>
              </a:ext>
            </a:extLst>
          </p:cNvPr>
          <p:cNvSpPr>
            <a:spLocks xmlns:a="http://schemas.openxmlformats.org/drawingml/2006/main" noGrp="1"/>
          </p:cNvSpPr>
          <p:nvPr/>
        </p:nvSpPr>
        <p:spPr>
          <a:xfrm xmlns:a="http://schemas.openxmlformats.org/drawingml/2006/main">
            <a:off x="762000" y="6496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91A1A6"/>
                </a:solidFill>
                <a:latin typeface="Arial"/>
                <a:ea typeface="Arial"/>
                <a:cs typeface="Arial"/>
              </a:defRPr>
            </a:defPPr>
            <a:lvl1pPr algn="l">
              <a:defRPr sz="900" b="1">
                <a:solidFill>
                  <a:srgbClr val="91A1A6"/>
                </a:solidFill>
                <a:latin typeface="Arial"/>
                <a:ea typeface="Arial"/>
                <a:cs typeface="Arial"/>
              </a:defRPr>
            </a:lvl1pPr>
            <a:lvl2pPr algn="l">
              <a:defRPr sz="900" b="1">
                <a:solidFill>
                  <a:srgbClr val="91A1A6"/>
                </a:solidFill>
                <a:latin typeface="Arial"/>
                <a:ea typeface="Arial"/>
                <a:cs typeface="Arial"/>
              </a:defRPr>
            </a:lvl2pPr>
            <a:lvl3pPr algn="l">
              <a:defRPr sz="900" b="1">
                <a:solidFill>
                  <a:srgbClr val="91A1A6"/>
                </a:solidFill>
                <a:latin typeface="Arial"/>
                <a:ea typeface="Arial"/>
                <a:cs typeface="Arial"/>
              </a:defRPr>
            </a:lvl3pPr>
            <a:lvl4pPr algn="l">
              <a:defRPr sz="900" b="1">
                <a:solidFill>
                  <a:srgbClr val="91A1A6"/>
                </a:solidFill>
                <a:latin typeface="Arial"/>
                <a:ea typeface="Arial"/>
                <a:cs typeface="Arial"/>
              </a:defRPr>
            </a:lvl4pPr>
            <a:lvl5pPr algn="l">
              <a:defRPr sz="900" b="1">
                <a:solidFill>
                  <a:srgbClr val="91A1A6"/>
                </a:solidFill>
                <a:latin typeface="Arial"/>
                <a:ea typeface="Arial"/>
                <a:cs typeface="Arial"/>
              </a:defRPr>
            </a:lvl5pPr>
            <a:lvl6pPr algn="l">
              <a:defRPr sz="900" b="1">
                <a:solidFill>
                  <a:srgbClr val="91A1A6"/>
                </a:solidFill>
                <a:latin typeface="Arial"/>
                <a:ea typeface="Arial"/>
                <a:cs typeface="Arial"/>
              </a:defRPr>
            </a:lvl6pPr>
            <a:lvl7pPr algn="l">
              <a:defRPr sz="900" b="1">
                <a:solidFill>
                  <a:srgbClr val="91A1A6"/>
                </a:solidFill>
                <a:latin typeface="Arial"/>
                <a:ea typeface="Arial"/>
                <a:cs typeface="Arial"/>
              </a:defRPr>
            </a:lvl7pPr>
            <a:lvl8pPr algn="l">
              <a:defRPr sz="900" b="1">
                <a:solidFill>
                  <a:srgbClr val="91A1A6"/>
                </a:solidFill>
                <a:latin typeface="Arial"/>
                <a:ea typeface="Arial"/>
                <a:cs typeface="Arial"/>
              </a:defRPr>
            </a:lvl8pPr>
            <a:lvl9pPr algn="l">
              <a:defRPr sz="900" b="1">
                <a:solidFill>
                  <a:srgbClr val="91A1A6"/>
                </a:solidFill>
                <a:latin typeface="Arial"/>
                <a:ea typeface="Arial"/>
                <a:cs typeface="Arial"/>
              </a:defRPr>
            </a:lvl9pPr>
          </a:lstStyle>
          <a:p xmlns:a="http://schemas.openxmlformats.org/drawingml/2006/main">
            <a:pPr algn="l">
              <a:defRPr sz="900" b="1">
                <a:solidFill>
                  <a:srgbClr val="91A1A6"/>
                </a:solidFill>
                <a:latin typeface="Arial"/>
                <a:ea typeface="Arial"/>
                <a:cs typeface="Arial"/>
              </a:defRPr>
            </a:pPr>
            <a:r>
              <a:rPr sz="900" b="1">
                <a:solidFill>
                  <a:srgbClr val="91A1A6"/>
                </a:solidFill>
                <a:latin typeface="Arial"/>
                <a:ea typeface="Arial"/>
                <a:cs typeface="Arial"/>
              </a:rPr>
              <a:t>PROOFCASE  /  DIGITAL EVIDENCE VAULT</a:t>
            </a:r>
          </a:p>
        </p:txBody>
      </p:sp>
      <p:sp>
        <p:nvSpPr>
          <p:cNvPr id="13" name="">
            <a:extLst xmlns:a="http://schemas.openxmlformats.org/drawingml/2006/main">
              <a:ext uri="{FF2B5EF4-FFF2-40B4-BE49-F238E27FC236}">
                <a16:creationId xmlns:a16="http://schemas.microsoft.com/office/drawing/2014/main" id="{E008DB5D-8E58-47F1-816B-E7B4FF74D3F9}"/>
              </a:ext>
            </a:extLst>
          </p:cNvPr>
          <p:cNvSpPr>
            <a:spLocks xmlns:a="http://schemas.openxmlformats.org/drawingml/2006/main" noGrp="1"/>
          </p:cNvSpPr>
          <p:nvPr/>
        </p:nvSpPr>
        <p:spPr>
          <a:xfrm xmlns:a="http://schemas.openxmlformats.org/drawingml/2006/main">
            <a:off x="10668000" y="649605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91A1A6"/>
                </a:solidFill>
                <a:latin typeface="Arial"/>
                <a:ea typeface="Arial"/>
                <a:cs typeface="Arial"/>
              </a:defRPr>
            </a:defPPr>
            <a:lvl1pPr algn="r">
              <a:defRPr sz="900" b="0">
                <a:solidFill>
                  <a:srgbClr val="91A1A6"/>
                </a:solidFill>
                <a:latin typeface="Arial"/>
                <a:ea typeface="Arial"/>
                <a:cs typeface="Arial"/>
              </a:defRPr>
            </a:lvl1pPr>
            <a:lvl2pPr algn="r">
              <a:defRPr sz="900" b="0">
                <a:solidFill>
                  <a:srgbClr val="91A1A6"/>
                </a:solidFill>
                <a:latin typeface="Arial"/>
                <a:ea typeface="Arial"/>
                <a:cs typeface="Arial"/>
              </a:defRPr>
            </a:lvl2pPr>
            <a:lvl3pPr algn="r">
              <a:defRPr sz="900" b="0">
                <a:solidFill>
                  <a:srgbClr val="91A1A6"/>
                </a:solidFill>
                <a:latin typeface="Arial"/>
                <a:ea typeface="Arial"/>
                <a:cs typeface="Arial"/>
              </a:defRPr>
            </a:lvl3pPr>
            <a:lvl4pPr algn="r">
              <a:defRPr sz="900" b="0">
                <a:solidFill>
                  <a:srgbClr val="91A1A6"/>
                </a:solidFill>
                <a:latin typeface="Arial"/>
                <a:ea typeface="Arial"/>
                <a:cs typeface="Arial"/>
              </a:defRPr>
            </a:lvl4pPr>
            <a:lvl5pPr algn="r">
              <a:defRPr sz="900" b="0">
                <a:solidFill>
                  <a:srgbClr val="91A1A6"/>
                </a:solidFill>
                <a:latin typeface="Arial"/>
                <a:ea typeface="Arial"/>
                <a:cs typeface="Arial"/>
              </a:defRPr>
            </a:lvl5pPr>
            <a:lvl6pPr algn="r">
              <a:defRPr sz="900" b="0">
                <a:solidFill>
                  <a:srgbClr val="91A1A6"/>
                </a:solidFill>
                <a:latin typeface="Arial"/>
                <a:ea typeface="Arial"/>
                <a:cs typeface="Arial"/>
              </a:defRPr>
            </a:lvl6pPr>
            <a:lvl7pPr algn="r">
              <a:defRPr sz="900" b="0">
                <a:solidFill>
                  <a:srgbClr val="91A1A6"/>
                </a:solidFill>
                <a:latin typeface="Arial"/>
                <a:ea typeface="Arial"/>
                <a:cs typeface="Arial"/>
              </a:defRPr>
            </a:lvl7pPr>
            <a:lvl8pPr algn="r">
              <a:defRPr sz="900" b="0">
                <a:solidFill>
                  <a:srgbClr val="91A1A6"/>
                </a:solidFill>
                <a:latin typeface="Arial"/>
                <a:ea typeface="Arial"/>
                <a:cs typeface="Arial"/>
              </a:defRPr>
            </a:lvl8pPr>
            <a:lvl9pPr algn="r">
              <a:defRPr sz="900" b="0">
                <a:solidFill>
                  <a:srgbClr val="91A1A6"/>
                </a:solidFill>
                <a:latin typeface="Arial"/>
                <a:ea typeface="Arial"/>
                <a:cs typeface="Arial"/>
              </a:defRPr>
            </a:lvl9pPr>
          </a:lstStyle>
          <a:p xmlns:a="http://schemas.openxmlformats.org/drawingml/2006/main">
            <a:pPr algn="r">
              <a:defRPr sz="900" b="0">
                <a:solidFill>
                  <a:srgbClr val="91A1A6"/>
                </a:solidFill>
                <a:latin typeface="Arial"/>
                <a:ea typeface="Arial"/>
                <a:cs typeface="Arial"/>
              </a:defRPr>
            </a:pPr>
            <a:r>
              <a:rPr sz="900" b="0">
                <a:solidFill>
                  <a:srgbClr val="91A1A6"/>
                </a:solidFill>
                <a:latin typeface="Arial"/>
                <a:ea typeface="Arial"/>
                <a:cs typeface="Arial"/>
              </a:rPr>
              <a:t>09 / 10</a:t>
            </a:r>
          </a:p>
        </p:txBody>
      </p:sp>
    </p:spTree>
    <p:extLst>
      <p:ext uri="{BB962C8B-B14F-4D97-AF65-F5344CB8AC3E}">
        <p14:creationId xmlns:p14="http://schemas.microsoft.com/office/powerpoint/2010/main" val="443468321"/>
      </p:ext>
    </p:extLst>
  </p:cSld>
</p:sld>
</file>

<file path=ppt/slides/slide10.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19A5755-71DB-45A4-9E84-E22CF958BC5B}"/>
              </a:ext>
            </a:extLst>
          </p:cNvPr>
          <p:cNvSpPr>
            <a:spLocks xmlns:a="http://schemas.openxmlformats.org/drawingml/2006/main" noGrp="1"/>
          </p:cNvSpPr>
          <p:nvPr/>
        </p:nvSpPr>
        <p:spPr>
          <a:xfrm xmlns:a="http://schemas.openxmlformats.org/drawingml/2006/main">
            <a:off x="762000" y="638175"/>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01D26"/>
                </a:solidFill>
                <a:latin typeface="Arial"/>
                <a:ea typeface="Arial"/>
                <a:cs typeface="Arial"/>
              </a:defRPr>
            </a:defPPr>
            <a:lvl1pPr algn="l">
              <a:defRPr sz="3225" b="1">
                <a:solidFill>
                  <a:srgbClr val="101D26"/>
                </a:solidFill>
                <a:latin typeface="Arial"/>
                <a:ea typeface="Arial"/>
                <a:cs typeface="Arial"/>
              </a:defRPr>
            </a:lvl1pPr>
            <a:lvl2pPr algn="l">
              <a:defRPr sz="3225" b="1">
                <a:solidFill>
                  <a:srgbClr val="101D26"/>
                </a:solidFill>
                <a:latin typeface="Arial"/>
                <a:ea typeface="Arial"/>
                <a:cs typeface="Arial"/>
              </a:defRPr>
            </a:lvl2pPr>
            <a:lvl3pPr algn="l">
              <a:defRPr sz="3225" b="1">
                <a:solidFill>
                  <a:srgbClr val="101D26"/>
                </a:solidFill>
                <a:latin typeface="Arial"/>
                <a:ea typeface="Arial"/>
                <a:cs typeface="Arial"/>
              </a:defRPr>
            </a:lvl3pPr>
            <a:lvl4pPr algn="l">
              <a:defRPr sz="3225" b="1">
                <a:solidFill>
                  <a:srgbClr val="101D26"/>
                </a:solidFill>
                <a:latin typeface="Arial"/>
                <a:ea typeface="Arial"/>
                <a:cs typeface="Arial"/>
              </a:defRPr>
            </a:lvl4pPr>
            <a:lvl5pPr algn="l">
              <a:defRPr sz="3225" b="1">
                <a:solidFill>
                  <a:srgbClr val="101D26"/>
                </a:solidFill>
                <a:latin typeface="Arial"/>
                <a:ea typeface="Arial"/>
                <a:cs typeface="Arial"/>
              </a:defRPr>
            </a:lvl5pPr>
            <a:lvl6pPr algn="l">
              <a:defRPr sz="3225" b="1">
                <a:solidFill>
                  <a:srgbClr val="101D26"/>
                </a:solidFill>
                <a:latin typeface="Arial"/>
                <a:ea typeface="Arial"/>
                <a:cs typeface="Arial"/>
              </a:defRPr>
            </a:lvl6pPr>
            <a:lvl7pPr algn="l">
              <a:defRPr sz="3225" b="1">
                <a:solidFill>
                  <a:srgbClr val="101D26"/>
                </a:solidFill>
                <a:latin typeface="Arial"/>
                <a:ea typeface="Arial"/>
                <a:cs typeface="Arial"/>
              </a:defRPr>
            </a:lvl7pPr>
            <a:lvl8pPr algn="l">
              <a:defRPr sz="3225" b="1">
                <a:solidFill>
                  <a:srgbClr val="101D26"/>
                </a:solidFill>
                <a:latin typeface="Arial"/>
                <a:ea typeface="Arial"/>
                <a:cs typeface="Arial"/>
              </a:defRPr>
            </a:lvl8pPr>
            <a:lvl9pPr algn="l">
              <a:defRPr sz="3225" b="1">
                <a:solidFill>
                  <a:srgbClr val="101D26"/>
                </a:solidFill>
                <a:latin typeface="Arial"/>
                <a:ea typeface="Arial"/>
                <a:cs typeface="Arial"/>
              </a:defRPr>
            </a:lvl9pPr>
          </a:lstStyle>
          <a:p xmlns:a="http://schemas.openxmlformats.org/drawingml/2006/main">
            <a:pPr algn="l">
              <a:defRPr sz="3225" b="1">
                <a:solidFill>
                  <a:srgbClr val="101D26"/>
                </a:solidFill>
                <a:latin typeface="Arial"/>
                <a:ea typeface="Arial"/>
                <a:cs typeface="Arial"/>
              </a:defRPr>
            </a:pPr>
            <a:r>
              <a:rPr sz="3225" b="1">
                <a:solidFill>
                  <a:srgbClr val="101D26"/>
                </a:solidFill>
                <a:latin typeface="Arial"/>
                <a:ea typeface="Arial"/>
                <a:cs typeface="Arial"/>
              </a:rPr>
              <a:t>A practical path to a production vault</a:t>
            </a:r>
          </a:p>
        </p:txBody>
      </p:sp>
      <p:sp>
        <p:nvSpPr>
          <p:cNvPr id="2" name="">
            <a:extLst xmlns:a="http://schemas.openxmlformats.org/drawingml/2006/main">
              <a:ext uri="{FF2B5EF4-FFF2-40B4-BE49-F238E27FC236}">
                <a16:creationId xmlns:a16="http://schemas.microsoft.com/office/drawing/2014/main" id="{4D524BAC-8034-4A8E-AE6A-09F0BA90DACF}"/>
              </a:ext>
            </a:extLst>
          </p:cNvPr>
          <p:cNvSpPr>
            <a:spLocks xmlns:a="http://schemas.openxmlformats.org/drawingml/2006/main" noGrp="1"/>
          </p:cNvSpPr>
          <p:nvPr/>
        </p:nvSpPr>
        <p:spPr>
          <a:xfrm xmlns:a="http://schemas.openxmlformats.org/drawingml/2006/main">
            <a:off x="781050" y="12573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6757D"/>
                </a:solidFill>
                <a:latin typeface="Arial"/>
                <a:ea typeface="Arial"/>
                <a:cs typeface="Arial"/>
              </a:defRPr>
            </a:defPPr>
            <a:lvl1pPr algn="l">
              <a:defRPr sz="1575" b="0">
                <a:solidFill>
                  <a:srgbClr val="66757D"/>
                </a:solidFill>
                <a:latin typeface="Arial"/>
                <a:ea typeface="Arial"/>
                <a:cs typeface="Arial"/>
              </a:defRPr>
            </a:lvl1pPr>
            <a:lvl2pPr algn="l">
              <a:defRPr sz="1575" b="0">
                <a:solidFill>
                  <a:srgbClr val="66757D"/>
                </a:solidFill>
                <a:latin typeface="Arial"/>
                <a:ea typeface="Arial"/>
                <a:cs typeface="Arial"/>
              </a:defRPr>
            </a:lvl2pPr>
            <a:lvl3pPr algn="l">
              <a:defRPr sz="1575" b="0">
                <a:solidFill>
                  <a:srgbClr val="66757D"/>
                </a:solidFill>
                <a:latin typeface="Arial"/>
                <a:ea typeface="Arial"/>
                <a:cs typeface="Arial"/>
              </a:defRPr>
            </a:lvl3pPr>
            <a:lvl4pPr algn="l">
              <a:defRPr sz="1575" b="0">
                <a:solidFill>
                  <a:srgbClr val="66757D"/>
                </a:solidFill>
                <a:latin typeface="Arial"/>
                <a:ea typeface="Arial"/>
                <a:cs typeface="Arial"/>
              </a:defRPr>
            </a:lvl4pPr>
            <a:lvl5pPr algn="l">
              <a:defRPr sz="1575" b="0">
                <a:solidFill>
                  <a:srgbClr val="66757D"/>
                </a:solidFill>
                <a:latin typeface="Arial"/>
                <a:ea typeface="Arial"/>
                <a:cs typeface="Arial"/>
              </a:defRPr>
            </a:lvl5pPr>
            <a:lvl6pPr algn="l">
              <a:defRPr sz="1575" b="0">
                <a:solidFill>
                  <a:srgbClr val="66757D"/>
                </a:solidFill>
                <a:latin typeface="Arial"/>
                <a:ea typeface="Arial"/>
                <a:cs typeface="Arial"/>
              </a:defRPr>
            </a:lvl6pPr>
            <a:lvl7pPr algn="l">
              <a:defRPr sz="1575" b="0">
                <a:solidFill>
                  <a:srgbClr val="66757D"/>
                </a:solidFill>
                <a:latin typeface="Arial"/>
                <a:ea typeface="Arial"/>
                <a:cs typeface="Arial"/>
              </a:defRPr>
            </a:lvl7pPr>
            <a:lvl8pPr algn="l">
              <a:defRPr sz="1575" b="0">
                <a:solidFill>
                  <a:srgbClr val="66757D"/>
                </a:solidFill>
                <a:latin typeface="Arial"/>
                <a:ea typeface="Arial"/>
                <a:cs typeface="Arial"/>
              </a:defRPr>
            </a:lvl8pPr>
            <a:lvl9pPr algn="l">
              <a:defRPr sz="1575" b="0">
                <a:solidFill>
                  <a:srgbClr val="66757D"/>
                </a:solidFill>
                <a:latin typeface="Arial"/>
                <a:ea typeface="Arial"/>
                <a:cs typeface="Arial"/>
              </a:defRPr>
            </a:lvl9pPr>
          </a:lstStyle>
          <a:p xmlns:a="http://schemas.openxmlformats.org/drawingml/2006/main">
            <a:pPr algn="l">
              <a:defRPr sz="1575" b="0">
                <a:solidFill>
                  <a:srgbClr val="66757D"/>
                </a:solidFill>
                <a:latin typeface="Arial"/>
                <a:ea typeface="Arial"/>
                <a:cs typeface="Arial"/>
              </a:defRPr>
            </a:pPr>
            <a:r>
              <a:rPr sz="1575" b="0">
                <a:solidFill>
                  <a:srgbClr val="66757D"/>
                </a:solidFill>
                <a:latin typeface="Arial"/>
                <a:ea typeface="Arial"/>
                <a:cs typeface="Arial"/>
              </a:rPr>
              <a:t>Build the evidence controls first. Anchor only protected records.</a:t>
            </a:r>
          </a:p>
        </p:txBody>
      </p:sp>
      <p:sp>
        <p:nvSpPr>
          <p:cNvPr id="3" name="">
            <a:extLst xmlns:a="http://schemas.openxmlformats.org/drawingml/2006/main">
              <a:ext uri="{FF2B5EF4-FFF2-40B4-BE49-F238E27FC236}">
                <a16:creationId xmlns:a16="http://schemas.microsoft.com/office/drawing/2014/main" id="{7688BB45-A460-4B1C-8E04-18B93B938893}"/>
              </a:ext>
            </a:extLst>
          </p:cNvPr>
          <p:cNvSpPr>
            <a:spLocks xmlns:a="http://schemas.openxmlformats.org/drawingml/2006/main" noGrp="1"/>
          </p:cNvSpPr>
          <p:nvPr/>
        </p:nvSpPr>
        <p:spPr>
          <a:xfrm xmlns:a="http://schemas.openxmlformats.org/drawingml/2006/main">
            <a:off x="819150" y="2209800"/>
            <a:ext cx="762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101D26"/>
                </a:solidFill>
                <a:latin typeface="Arial"/>
                <a:ea typeface="Arial"/>
                <a:cs typeface="Arial"/>
              </a:defRPr>
            </a:defPPr>
            <a:lvl1pPr algn="l">
              <a:defRPr sz="3525" b="1">
                <a:solidFill>
                  <a:srgbClr val="101D26"/>
                </a:solidFill>
                <a:latin typeface="Arial"/>
                <a:ea typeface="Arial"/>
                <a:cs typeface="Arial"/>
              </a:defRPr>
            </a:lvl1pPr>
            <a:lvl2pPr algn="l">
              <a:defRPr sz="3525" b="1">
                <a:solidFill>
                  <a:srgbClr val="101D26"/>
                </a:solidFill>
                <a:latin typeface="Arial"/>
                <a:ea typeface="Arial"/>
                <a:cs typeface="Arial"/>
              </a:defRPr>
            </a:lvl2pPr>
            <a:lvl3pPr algn="l">
              <a:defRPr sz="3525" b="1">
                <a:solidFill>
                  <a:srgbClr val="101D26"/>
                </a:solidFill>
                <a:latin typeface="Arial"/>
                <a:ea typeface="Arial"/>
                <a:cs typeface="Arial"/>
              </a:defRPr>
            </a:lvl3pPr>
            <a:lvl4pPr algn="l">
              <a:defRPr sz="3525" b="1">
                <a:solidFill>
                  <a:srgbClr val="101D26"/>
                </a:solidFill>
                <a:latin typeface="Arial"/>
                <a:ea typeface="Arial"/>
                <a:cs typeface="Arial"/>
              </a:defRPr>
            </a:lvl4pPr>
            <a:lvl5pPr algn="l">
              <a:defRPr sz="3525" b="1">
                <a:solidFill>
                  <a:srgbClr val="101D26"/>
                </a:solidFill>
                <a:latin typeface="Arial"/>
                <a:ea typeface="Arial"/>
                <a:cs typeface="Arial"/>
              </a:defRPr>
            </a:lvl5pPr>
            <a:lvl6pPr algn="l">
              <a:defRPr sz="3525" b="1">
                <a:solidFill>
                  <a:srgbClr val="101D26"/>
                </a:solidFill>
                <a:latin typeface="Arial"/>
                <a:ea typeface="Arial"/>
                <a:cs typeface="Arial"/>
              </a:defRPr>
            </a:lvl6pPr>
            <a:lvl7pPr algn="l">
              <a:defRPr sz="3525" b="1">
                <a:solidFill>
                  <a:srgbClr val="101D26"/>
                </a:solidFill>
                <a:latin typeface="Arial"/>
                <a:ea typeface="Arial"/>
                <a:cs typeface="Arial"/>
              </a:defRPr>
            </a:lvl7pPr>
            <a:lvl8pPr algn="l">
              <a:defRPr sz="3525" b="1">
                <a:solidFill>
                  <a:srgbClr val="101D26"/>
                </a:solidFill>
                <a:latin typeface="Arial"/>
                <a:ea typeface="Arial"/>
                <a:cs typeface="Arial"/>
              </a:defRPr>
            </a:lvl8pPr>
            <a:lvl9pPr algn="l">
              <a:defRPr sz="3525" b="1">
                <a:solidFill>
                  <a:srgbClr val="101D26"/>
                </a:solidFill>
                <a:latin typeface="Arial"/>
                <a:ea typeface="Arial"/>
                <a:cs typeface="Arial"/>
              </a:defRPr>
            </a:lvl9pPr>
          </a:lstStyle>
          <a:p xmlns:a="http://schemas.openxmlformats.org/drawingml/2006/main">
            <a:pPr algn="l">
              <a:defRPr sz="3525" b="1">
                <a:solidFill>
                  <a:srgbClr val="101D26"/>
                </a:solidFill>
                <a:latin typeface="Arial"/>
                <a:ea typeface="Arial"/>
                <a:cs typeface="Arial"/>
              </a:defRPr>
            </a:pPr>
            <a:r>
              <a:rPr sz="3525" b="1">
                <a:solidFill>
                  <a:srgbClr val="101D26"/>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B5DC0AD5-91A6-41E0-AB71-264B8C60CF20}"/>
              </a:ext>
            </a:extLst>
          </p:cNvPr>
          <p:cNvSpPr>
            <a:spLocks xmlns:a="http://schemas.openxmlformats.org/drawingml/2006/main" noGrp="1"/>
          </p:cNvSpPr>
          <p:nvPr/>
        </p:nvSpPr>
        <p:spPr>
          <a:xfrm xmlns:a="http://schemas.openxmlformats.org/drawingml/2006/main">
            <a:off x="819150" y="30099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01D26"/>
                </a:solidFill>
                <a:latin typeface="Arial"/>
                <a:ea typeface="Arial"/>
                <a:cs typeface="Arial"/>
              </a:defRPr>
            </a:defPPr>
            <a:lvl1pPr algn="l">
              <a:defRPr sz="1725" b="1">
                <a:solidFill>
                  <a:srgbClr val="101D26"/>
                </a:solidFill>
                <a:latin typeface="Arial"/>
                <a:ea typeface="Arial"/>
                <a:cs typeface="Arial"/>
              </a:defRPr>
            </a:lvl1pPr>
            <a:lvl2pPr algn="l">
              <a:defRPr sz="1725" b="1">
                <a:solidFill>
                  <a:srgbClr val="101D26"/>
                </a:solidFill>
                <a:latin typeface="Arial"/>
                <a:ea typeface="Arial"/>
                <a:cs typeface="Arial"/>
              </a:defRPr>
            </a:lvl2pPr>
            <a:lvl3pPr algn="l">
              <a:defRPr sz="1725" b="1">
                <a:solidFill>
                  <a:srgbClr val="101D26"/>
                </a:solidFill>
                <a:latin typeface="Arial"/>
                <a:ea typeface="Arial"/>
                <a:cs typeface="Arial"/>
              </a:defRPr>
            </a:lvl3pPr>
            <a:lvl4pPr algn="l">
              <a:defRPr sz="1725" b="1">
                <a:solidFill>
                  <a:srgbClr val="101D26"/>
                </a:solidFill>
                <a:latin typeface="Arial"/>
                <a:ea typeface="Arial"/>
                <a:cs typeface="Arial"/>
              </a:defRPr>
            </a:lvl4pPr>
            <a:lvl5pPr algn="l">
              <a:defRPr sz="1725" b="1">
                <a:solidFill>
                  <a:srgbClr val="101D26"/>
                </a:solidFill>
                <a:latin typeface="Arial"/>
                <a:ea typeface="Arial"/>
                <a:cs typeface="Arial"/>
              </a:defRPr>
            </a:lvl5pPr>
            <a:lvl6pPr algn="l">
              <a:defRPr sz="1725" b="1">
                <a:solidFill>
                  <a:srgbClr val="101D26"/>
                </a:solidFill>
                <a:latin typeface="Arial"/>
                <a:ea typeface="Arial"/>
                <a:cs typeface="Arial"/>
              </a:defRPr>
            </a:lvl6pPr>
            <a:lvl7pPr algn="l">
              <a:defRPr sz="1725" b="1">
                <a:solidFill>
                  <a:srgbClr val="101D26"/>
                </a:solidFill>
                <a:latin typeface="Arial"/>
                <a:ea typeface="Arial"/>
                <a:cs typeface="Arial"/>
              </a:defRPr>
            </a:lvl7pPr>
            <a:lvl8pPr algn="l">
              <a:defRPr sz="1725" b="1">
                <a:solidFill>
                  <a:srgbClr val="101D26"/>
                </a:solidFill>
                <a:latin typeface="Arial"/>
                <a:ea typeface="Arial"/>
                <a:cs typeface="Arial"/>
              </a:defRPr>
            </a:lvl8pPr>
            <a:lvl9pPr algn="l">
              <a:defRPr sz="1725" b="1">
                <a:solidFill>
                  <a:srgbClr val="101D26"/>
                </a:solidFill>
                <a:latin typeface="Arial"/>
                <a:ea typeface="Arial"/>
                <a:cs typeface="Arial"/>
              </a:defRPr>
            </a:lvl9pPr>
          </a:lstStyle>
          <a:p xmlns:a="http://schemas.openxmlformats.org/drawingml/2006/main">
            <a:pPr algn="l">
              <a:defRPr sz="1725" b="1">
                <a:solidFill>
                  <a:srgbClr val="101D26"/>
                </a:solidFill>
                <a:latin typeface="Arial"/>
                <a:ea typeface="Arial"/>
                <a:cs typeface="Arial"/>
              </a:defRPr>
            </a:pPr>
            <a:r>
              <a:rPr sz="1725" b="1">
                <a:solidFill>
                  <a:srgbClr val="101D26"/>
                </a:solidFill>
                <a:latin typeface="Arial"/>
                <a:ea typeface="Arial"/>
                <a:cs typeface="Arial"/>
              </a:rPr>
              <a:t>Secure the workflow</a:t>
            </a:r>
          </a:p>
        </p:txBody>
      </p:sp>
      <p:sp>
        <p:nvSpPr>
          <p:cNvPr id="5" name="">
            <a:extLst xmlns:a="http://schemas.openxmlformats.org/drawingml/2006/main">
              <a:ext uri="{FF2B5EF4-FFF2-40B4-BE49-F238E27FC236}">
                <a16:creationId xmlns:a16="http://schemas.microsoft.com/office/drawing/2014/main" id="{ACCA0A0B-8970-4714-8456-1DE36E296DDE}"/>
              </a:ext>
            </a:extLst>
          </p:cNvPr>
          <p:cNvSpPr>
            <a:spLocks xmlns:a="http://schemas.openxmlformats.org/drawingml/2006/main" noGrp="1"/>
          </p:cNvSpPr>
          <p:nvPr/>
        </p:nvSpPr>
        <p:spPr>
          <a:xfrm xmlns:a="http://schemas.openxmlformats.org/drawingml/2006/main">
            <a:off x="819150" y="3686175"/>
            <a:ext cx="2857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6757D"/>
                </a:solidFill>
                <a:latin typeface="Arial"/>
                <a:ea typeface="Arial"/>
                <a:cs typeface="Arial"/>
              </a:defRPr>
            </a:defPPr>
            <a:lvl1pPr algn="l">
              <a:defRPr sz="1425" b="0">
                <a:solidFill>
                  <a:srgbClr val="66757D"/>
                </a:solidFill>
                <a:latin typeface="Arial"/>
                <a:ea typeface="Arial"/>
                <a:cs typeface="Arial"/>
              </a:defRPr>
            </a:lvl1pPr>
            <a:lvl2pPr algn="l">
              <a:defRPr sz="1425" b="0">
                <a:solidFill>
                  <a:srgbClr val="66757D"/>
                </a:solidFill>
                <a:latin typeface="Arial"/>
                <a:ea typeface="Arial"/>
                <a:cs typeface="Arial"/>
              </a:defRPr>
            </a:lvl2pPr>
            <a:lvl3pPr algn="l">
              <a:defRPr sz="1425" b="0">
                <a:solidFill>
                  <a:srgbClr val="66757D"/>
                </a:solidFill>
                <a:latin typeface="Arial"/>
                <a:ea typeface="Arial"/>
                <a:cs typeface="Arial"/>
              </a:defRPr>
            </a:lvl3pPr>
            <a:lvl4pPr algn="l">
              <a:defRPr sz="1425" b="0">
                <a:solidFill>
                  <a:srgbClr val="66757D"/>
                </a:solidFill>
                <a:latin typeface="Arial"/>
                <a:ea typeface="Arial"/>
                <a:cs typeface="Arial"/>
              </a:defRPr>
            </a:lvl4pPr>
            <a:lvl5pPr algn="l">
              <a:defRPr sz="1425" b="0">
                <a:solidFill>
                  <a:srgbClr val="66757D"/>
                </a:solidFill>
                <a:latin typeface="Arial"/>
                <a:ea typeface="Arial"/>
                <a:cs typeface="Arial"/>
              </a:defRPr>
            </a:lvl5pPr>
            <a:lvl6pPr algn="l">
              <a:defRPr sz="1425" b="0">
                <a:solidFill>
                  <a:srgbClr val="66757D"/>
                </a:solidFill>
                <a:latin typeface="Arial"/>
                <a:ea typeface="Arial"/>
                <a:cs typeface="Arial"/>
              </a:defRPr>
            </a:lvl6pPr>
            <a:lvl7pPr algn="l">
              <a:defRPr sz="1425" b="0">
                <a:solidFill>
                  <a:srgbClr val="66757D"/>
                </a:solidFill>
                <a:latin typeface="Arial"/>
                <a:ea typeface="Arial"/>
                <a:cs typeface="Arial"/>
              </a:defRPr>
            </a:lvl7pPr>
            <a:lvl8pPr algn="l">
              <a:defRPr sz="1425" b="0">
                <a:solidFill>
                  <a:srgbClr val="66757D"/>
                </a:solidFill>
                <a:latin typeface="Arial"/>
                <a:ea typeface="Arial"/>
                <a:cs typeface="Arial"/>
              </a:defRPr>
            </a:lvl8pPr>
            <a:lvl9pPr algn="l">
              <a:defRPr sz="1425" b="0">
                <a:solidFill>
                  <a:srgbClr val="66757D"/>
                </a:solidFill>
                <a:latin typeface="Arial"/>
                <a:ea typeface="Arial"/>
                <a:cs typeface="Arial"/>
              </a:defRPr>
            </a:lvl9pPr>
          </a:lstStyle>
          <a:p xmlns:a="http://schemas.openxmlformats.org/drawingml/2006/main">
            <a:pPr algn="l">
              <a:defRPr sz="1425" b="0">
                <a:solidFill>
                  <a:srgbClr val="66757D"/>
                </a:solidFill>
                <a:latin typeface="Arial"/>
                <a:ea typeface="Arial"/>
                <a:cs typeface="Arial"/>
              </a:defRPr>
            </a:pPr>
            <a:r>
              <a:rPr sz="1425" b="0">
                <a:solidFill>
                  <a:srgbClr val="66757D"/>
                </a:solidFill>
                <a:latin typeface="Arial"/>
                <a:ea typeface="Arial"/>
                <a:cs typeface="Arial"/>
              </a:rPr>
              <a:t>Add authentication and case roles. Move evidence and metadata into encrypted, durable storage.</a:t>
            </a:r>
          </a:p>
        </p:txBody>
      </p:sp>
      <p:sp>
        <p:nvSpPr>
          <p:cNvPr id="6" name="">
            <a:extLst xmlns:a="http://schemas.openxmlformats.org/drawingml/2006/main">
              <a:ext uri="{FF2B5EF4-FFF2-40B4-BE49-F238E27FC236}">
                <a16:creationId xmlns:a16="http://schemas.microsoft.com/office/drawing/2014/main" id="{3BE12027-CB81-4E0F-9526-7243793428E1}"/>
              </a:ext>
            </a:extLst>
          </p:cNvPr>
          <p:cNvSpPr>
            <a:spLocks xmlns:a="http://schemas.openxmlformats.org/drawingml/2006/main" noGrp="1"/>
          </p:cNvSpPr>
          <p:nvPr/>
        </p:nvSpPr>
        <p:spPr>
          <a:xfrm xmlns:a="http://schemas.openxmlformats.org/drawingml/2006/main">
            <a:off x="3867150" y="2419350"/>
            <a:ext cx="53340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DA45089-111B-4E5F-BF3D-D1A835406C90}"/>
              </a:ext>
            </a:extLst>
          </p:cNvPr>
          <p:cNvSpPr>
            <a:spLocks xmlns:a="http://schemas.openxmlformats.org/drawingml/2006/main" noGrp="1"/>
          </p:cNvSpPr>
          <p:nvPr/>
        </p:nvSpPr>
        <p:spPr>
          <a:xfrm xmlns:a="http://schemas.openxmlformats.org/drawingml/2006/main">
            <a:off x="4400550" y="2209800"/>
            <a:ext cx="762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101D26"/>
                </a:solidFill>
                <a:latin typeface="Arial"/>
                <a:ea typeface="Arial"/>
                <a:cs typeface="Arial"/>
              </a:defRPr>
            </a:defPPr>
            <a:lvl1pPr algn="l">
              <a:defRPr sz="3525" b="1">
                <a:solidFill>
                  <a:srgbClr val="101D26"/>
                </a:solidFill>
                <a:latin typeface="Arial"/>
                <a:ea typeface="Arial"/>
                <a:cs typeface="Arial"/>
              </a:defRPr>
            </a:lvl1pPr>
            <a:lvl2pPr algn="l">
              <a:defRPr sz="3525" b="1">
                <a:solidFill>
                  <a:srgbClr val="101D26"/>
                </a:solidFill>
                <a:latin typeface="Arial"/>
                <a:ea typeface="Arial"/>
                <a:cs typeface="Arial"/>
              </a:defRPr>
            </a:lvl2pPr>
            <a:lvl3pPr algn="l">
              <a:defRPr sz="3525" b="1">
                <a:solidFill>
                  <a:srgbClr val="101D26"/>
                </a:solidFill>
                <a:latin typeface="Arial"/>
                <a:ea typeface="Arial"/>
                <a:cs typeface="Arial"/>
              </a:defRPr>
            </a:lvl3pPr>
            <a:lvl4pPr algn="l">
              <a:defRPr sz="3525" b="1">
                <a:solidFill>
                  <a:srgbClr val="101D26"/>
                </a:solidFill>
                <a:latin typeface="Arial"/>
                <a:ea typeface="Arial"/>
                <a:cs typeface="Arial"/>
              </a:defRPr>
            </a:lvl4pPr>
            <a:lvl5pPr algn="l">
              <a:defRPr sz="3525" b="1">
                <a:solidFill>
                  <a:srgbClr val="101D26"/>
                </a:solidFill>
                <a:latin typeface="Arial"/>
                <a:ea typeface="Arial"/>
                <a:cs typeface="Arial"/>
              </a:defRPr>
            </a:lvl5pPr>
            <a:lvl6pPr algn="l">
              <a:defRPr sz="3525" b="1">
                <a:solidFill>
                  <a:srgbClr val="101D26"/>
                </a:solidFill>
                <a:latin typeface="Arial"/>
                <a:ea typeface="Arial"/>
                <a:cs typeface="Arial"/>
              </a:defRPr>
            </a:lvl6pPr>
            <a:lvl7pPr algn="l">
              <a:defRPr sz="3525" b="1">
                <a:solidFill>
                  <a:srgbClr val="101D26"/>
                </a:solidFill>
                <a:latin typeface="Arial"/>
                <a:ea typeface="Arial"/>
                <a:cs typeface="Arial"/>
              </a:defRPr>
            </a:lvl7pPr>
            <a:lvl8pPr algn="l">
              <a:defRPr sz="3525" b="1">
                <a:solidFill>
                  <a:srgbClr val="101D26"/>
                </a:solidFill>
                <a:latin typeface="Arial"/>
                <a:ea typeface="Arial"/>
                <a:cs typeface="Arial"/>
              </a:defRPr>
            </a:lvl8pPr>
            <a:lvl9pPr algn="l">
              <a:defRPr sz="3525" b="1">
                <a:solidFill>
                  <a:srgbClr val="101D26"/>
                </a:solidFill>
                <a:latin typeface="Arial"/>
                <a:ea typeface="Arial"/>
                <a:cs typeface="Arial"/>
              </a:defRPr>
            </a:lvl9pPr>
          </a:lstStyle>
          <a:p xmlns:a="http://schemas.openxmlformats.org/drawingml/2006/main">
            <a:pPr algn="l">
              <a:defRPr sz="3525" b="1">
                <a:solidFill>
                  <a:srgbClr val="101D26"/>
                </a:solidFill>
                <a:latin typeface="Arial"/>
                <a:ea typeface="Arial"/>
                <a:cs typeface="Arial"/>
              </a:defRPr>
            </a:pPr>
            <a:r>
              <a:rPr sz="3525" b="1">
                <a:solidFill>
                  <a:srgbClr val="101D26"/>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AEB9ECF0-9D73-4869-BFEC-0AFB5EE1E4D7}"/>
              </a:ext>
            </a:extLst>
          </p:cNvPr>
          <p:cNvSpPr>
            <a:spLocks xmlns:a="http://schemas.openxmlformats.org/drawingml/2006/main" noGrp="1"/>
          </p:cNvSpPr>
          <p:nvPr/>
        </p:nvSpPr>
        <p:spPr>
          <a:xfrm xmlns:a="http://schemas.openxmlformats.org/drawingml/2006/main">
            <a:off x="4400550" y="30099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01D26"/>
                </a:solidFill>
                <a:latin typeface="Arial"/>
                <a:ea typeface="Arial"/>
                <a:cs typeface="Arial"/>
              </a:defRPr>
            </a:defPPr>
            <a:lvl1pPr algn="l">
              <a:defRPr sz="1725" b="1">
                <a:solidFill>
                  <a:srgbClr val="101D26"/>
                </a:solidFill>
                <a:latin typeface="Arial"/>
                <a:ea typeface="Arial"/>
                <a:cs typeface="Arial"/>
              </a:defRPr>
            </a:lvl1pPr>
            <a:lvl2pPr algn="l">
              <a:defRPr sz="1725" b="1">
                <a:solidFill>
                  <a:srgbClr val="101D26"/>
                </a:solidFill>
                <a:latin typeface="Arial"/>
                <a:ea typeface="Arial"/>
                <a:cs typeface="Arial"/>
              </a:defRPr>
            </a:lvl2pPr>
            <a:lvl3pPr algn="l">
              <a:defRPr sz="1725" b="1">
                <a:solidFill>
                  <a:srgbClr val="101D26"/>
                </a:solidFill>
                <a:latin typeface="Arial"/>
                <a:ea typeface="Arial"/>
                <a:cs typeface="Arial"/>
              </a:defRPr>
            </a:lvl3pPr>
            <a:lvl4pPr algn="l">
              <a:defRPr sz="1725" b="1">
                <a:solidFill>
                  <a:srgbClr val="101D26"/>
                </a:solidFill>
                <a:latin typeface="Arial"/>
                <a:ea typeface="Arial"/>
                <a:cs typeface="Arial"/>
              </a:defRPr>
            </a:lvl4pPr>
            <a:lvl5pPr algn="l">
              <a:defRPr sz="1725" b="1">
                <a:solidFill>
                  <a:srgbClr val="101D26"/>
                </a:solidFill>
                <a:latin typeface="Arial"/>
                <a:ea typeface="Arial"/>
                <a:cs typeface="Arial"/>
              </a:defRPr>
            </a:lvl5pPr>
            <a:lvl6pPr algn="l">
              <a:defRPr sz="1725" b="1">
                <a:solidFill>
                  <a:srgbClr val="101D26"/>
                </a:solidFill>
                <a:latin typeface="Arial"/>
                <a:ea typeface="Arial"/>
                <a:cs typeface="Arial"/>
              </a:defRPr>
            </a:lvl6pPr>
            <a:lvl7pPr algn="l">
              <a:defRPr sz="1725" b="1">
                <a:solidFill>
                  <a:srgbClr val="101D26"/>
                </a:solidFill>
                <a:latin typeface="Arial"/>
                <a:ea typeface="Arial"/>
                <a:cs typeface="Arial"/>
              </a:defRPr>
            </a:lvl7pPr>
            <a:lvl8pPr algn="l">
              <a:defRPr sz="1725" b="1">
                <a:solidFill>
                  <a:srgbClr val="101D26"/>
                </a:solidFill>
                <a:latin typeface="Arial"/>
                <a:ea typeface="Arial"/>
                <a:cs typeface="Arial"/>
              </a:defRPr>
            </a:lvl8pPr>
            <a:lvl9pPr algn="l">
              <a:defRPr sz="1725" b="1">
                <a:solidFill>
                  <a:srgbClr val="101D26"/>
                </a:solidFill>
                <a:latin typeface="Arial"/>
                <a:ea typeface="Arial"/>
                <a:cs typeface="Arial"/>
              </a:defRPr>
            </a:lvl9pPr>
          </a:lstStyle>
          <a:p xmlns:a="http://schemas.openxmlformats.org/drawingml/2006/main">
            <a:pPr algn="l">
              <a:defRPr sz="1725" b="1">
                <a:solidFill>
                  <a:srgbClr val="101D26"/>
                </a:solidFill>
                <a:latin typeface="Arial"/>
                <a:ea typeface="Arial"/>
                <a:cs typeface="Arial"/>
              </a:defRPr>
            </a:pPr>
            <a:r>
              <a:rPr sz="1725" b="1">
                <a:solidFill>
                  <a:srgbClr val="101D26"/>
                </a:solidFill>
                <a:latin typeface="Arial"/>
                <a:ea typeface="Arial"/>
                <a:cs typeface="Arial"/>
              </a:rPr>
              <a:t>Protect the audit trail</a:t>
            </a:r>
          </a:p>
        </p:txBody>
      </p:sp>
      <p:sp>
        <p:nvSpPr>
          <p:cNvPr id="9" name="">
            <a:extLst xmlns:a="http://schemas.openxmlformats.org/drawingml/2006/main">
              <a:ext uri="{FF2B5EF4-FFF2-40B4-BE49-F238E27FC236}">
                <a16:creationId xmlns:a16="http://schemas.microsoft.com/office/drawing/2014/main" id="{BF9AED7C-BED4-485A-A493-4FDED76EF7DF}"/>
              </a:ext>
            </a:extLst>
          </p:cNvPr>
          <p:cNvSpPr>
            <a:spLocks xmlns:a="http://schemas.openxmlformats.org/drawingml/2006/main" noGrp="1"/>
          </p:cNvSpPr>
          <p:nvPr/>
        </p:nvSpPr>
        <p:spPr>
          <a:xfrm xmlns:a="http://schemas.openxmlformats.org/drawingml/2006/main">
            <a:off x="4400550" y="3686175"/>
            <a:ext cx="2857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6757D"/>
                </a:solidFill>
                <a:latin typeface="Arial"/>
                <a:ea typeface="Arial"/>
                <a:cs typeface="Arial"/>
              </a:defRPr>
            </a:defPPr>
            <a:lvl1pPr algn="l">
              <a:defRPr sz="1425" b="0">
                <a:solidFill>
                  <a:srgbClr val="66757D"/>
                </a:solidFill>
                <a:latin typeface="Arial"/>
                <a:ea typeface="Arial"/>
                <a:cs typeface="Arial"/>
              </a:defRPr>
            </a:lvl1pPr>
            <a:lvl2pPr algn="l">
              <a:defRPr sz="1425" b="0">
                <a:solidFill>
                  <a:srgbClr val="66757D"/>
                </a:solidFill>
                <a:latin typeface="Arial"/>
                <a:ea typeface="Arial"/>
                <a:cs typeface="Arial"/>
              </a:defRPr>
            </a:lvl2pPr>
            <a:lvl3pPr algn="l">
              <a:defRPr sz="1425" b="0">
                <a:solidFill>
                  <a:srgbClr val="66757D"/>
                </a:solidFill>
                <a:latin typeface="Arial"/>
                <a:ea typeface="Arial"/>
                <a:cs typeface="Arial"/>
              </a:defRPr>
            </a:lvl3pPr>
            <a:lvl4pPr algn="l">
              <a:defRPr sz="1425" b="0">
                <a:solidFill>
                  <a:srgbClr val="66757D"/>
                </a:solidFill>
                <a:latin typeface="Arial"/>
                <a:ea typeface="Arial"/>
                <a:cs typeface="Arial"/>
              </a:defRPr>
            </a:lvl4pPr>
            <a:lvl5pPr algn="l">
              <a:defRPr sz="1425" b="0">
                <a:solidFill>
                  <a:srgbClr val="66757D"/>
                </a:solidFill>
                <a:latin typeface="Arial"/>
                <a:ea typeface="Arial"/>
                <a:cs typeface="Arial"/>
              </a:defRPr>
            </a:lvl5pPr>
            <a:lvl6pPr algn="l">
              <a:defRPr sz="1425" b="0">
                <a:solidFill>
                  <a:srgbClr val="66757D"/>
                </a:solidFill>
                <a:latin typeface="Arial"/>
                <a:ea typeface="Arial"/>
                <a:cs typeface="Arial"/>
              </a:defRPr>
            </a:lvl6pPr>
            <a:lvl7pPr algn="l">
              <a:defRPr sz="1425" b="0">
                <a:solidFill>
                  <a:srgbClr val="66757D"/>
                </a:solidFill>
                <a:latin typeface="Arial"/>
                <a:ea typeface="Arial"/>
                <a:cs typeface="Arial"/>
              </a:defRPr>
            </a:lvl7pPr>
            <a:lvl8pPr algn="l">
              <a:defRPr sz="1425" b="0">
                <a:solidFill>
                  <a:srgbClr val="66757D"/>
                </a:solidFill>
                <a:latin typeface="Arial"/>
                <a:ea typeface="Arial"/>
                <a:cs typeface="Arial"/>
              </a:defRPr>
            </a:lvl8pPr>
            <a:lvl9pPr algn="l">
              <a:defRPr sz="1425" b="0">
                <a:solidFill>
                  <a:srgbClr val="66757D"/>
                </a:solidFill>
                <a:latin typeface="Arial"/>
                <a:ea typeface="Arial"/>
                <a:cs typeface="Arial"/>
              </a:defRPr>
            </a:lvl9pPr>
          </a:lstStyle>
          <a:p xmlns:a="http://schemas.openxmlformats.org/drawingml/2006/main">
            <a:pPr algn="l">
              <a:defRPr sz="1425" b="0">
                <a:solidFill>
                  <a:srgbClr val="66757D"/>
                </a:solidFill>
                <a:latin typeface="Arial"/>
                <a:ea typeface="Arial"/>
                <a:cs typeface="Arial"/>
              </a:defRPr>
            </a:pPr>
            <a:r>
              <a:rPr sz="1425" b="0">
                <a:solidFill>
                  <a:srgbClr val="66757D"/>
                </a:solidFill>
                <a:latin typeface="Arial"/>
                <a:ea typeface="Arial"/>
                <a:cs typeface="Arial"/>
              </a:rPr>
              <a:t>Add an append-only audit service, backups, retention rules, and exportable verification reports.</a:t>
            </a:r>
          </a:p>
        </p:txBody>
      </p:sp>
      <p:sp>
        <p:nvSpPr>
          <p:cNvPr id="10" name="">
            <a:extLst xmlns:a="http://schemas.openxmlformats.org/drawingml/2006/main">
              <a:ext uri="{FF2B5EF4-FFF2-40B4-BE49-F238E27FC236}">
                <a16:creationId xmlns:a16="http://schemas.microsoft.com/office/drawing/2014/main" id="{5481670F-5411-4A32-9358-14972CC0CFB7}"/>
              </a:ext>
            </a:extLst>
          </p:cNvPr>
          <p:cNvSpPr>
            <a:spLocks xmlns:a="http://schemas.openxmlformats.org/drawingml/2006/main" noGrp="1"/>
          </p:cNvSpPr>
          <p:nvPr/>
        </p:nvSpPr>
        <p:spPr>
          <a:xfrm xmlns:a="http://schemas.openxmlformats.org/drawingml/2006/main">
            <a:off x="7448550" y="2419350"/>
            <a:ext cx="53340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FC7A74F-E0DE-409B-9559-88EA0FF98656}"/>
              </a:ext>
            </a:extLst>
          </p:cNvPr>
          <p:cNvSpPr>
            <a:spLocks xmlns:a="http://schemas.openxmlformats.org/drawingml/2006/main" noGrp="1"/>
          </p:cNvSpPr>
          <p:nvPr/>
        </p:nvSpPr>
        <p:spPr>
          <a:xfrm xmlns:a="http://schemas.openxmlformats.org/drawingml/2006/main">
            <a:off x="7981950" y="2209800"/>
            <a:ext cx="762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25C4A8"/>
                </a:solidFill>
                <a:latin typeface="Arial"/>
                <a:ea typeface="Arial"/>
                <a:cs typeface="Arial"/>
              </a:defRPr>
            </a:defPPr>
            <a:lvl1pPr algn="l">
              <a:defRPr sz="3525" b="1">
                <a:solidFill>
                  <a:srgbClr val="25C4A8"/>
                </a:solidFill>
                <a:latin typeface="Arial"/>
                <a:ea typeface="Arial"/>
                <a:cs typeface="Arial"/>
              </a:defRPr>
            </a:lvl1pPr>
            <a:lvl2pPr algn="l">
              <a:defRPr sz="3525" b="1">
                <a:solidFill>
                  <a:srgbClr val="25C4A8"/>
                </a:solidFill>
                <a:latin typeface="Arial"/>
                <a:ea typeface="Arial"/>
                <a:cs typeface="Arial"/>
              </a:defRPr>
            </a:lvl2pPr>
            <a:lvl3pPr algn="l">
              <a:defRPr sz="3525" b="1">
                <a:solidFill>
                  <a:srgbClr val="25C4A8"/>
                </a:solidFill>
                <a:latin typeface="Arial"/>
                <a:ea typeface="Arial"/>
                <a:cs typeface="Arial"/>
              </a:defRPr>
            </a:lvl3pPr>
            <a:lvl4pPr algn="l">
              <a:defRPr sz="3525" b="1">
                <a:solidFill>
                  <a:srgbClr val="25C4A8"/>
                </a:solidFill>
                <a:latin typeface="Arial"/>
                <a:ea typeface="Arial"/>
                <a:cs typeface="Arial"/>
              </a:defRPr>
            </a:lvl4pPr>
            <a:lvl5pPr algn="l">
              <a:defRPr sz="3525" b="1">
                <a:solidFill>
                  <a:srgbClr val="25C4A8"/>
                </a:solidFill>
                <a:latin typeface="Arial"/>
                <a:ea typeface="Arial"/>
                <a:cs typeface="Arial"/>
              </a:defRPr>
            </a:lvl5pPr>
            <a:lvl6pPr algn="l">
              <a:defRPr sz="3525" b="1">
                <a:solidFill>
                  <a:srgbClr val="25C4A8"/>
                </a:solidFill>
                <a:latin typeface="Arial"/>
                <a:ea typeface="Arial"/>
                <a:cs typeface="Arial"/>
              </a:defRPr>
            </a:lvl6pPr>
            <a:lvl7pPr algn="l">
              <a:defRPr sz="3525" b="1">
                <a:solidFill>
                  <a:srgbClr val="25C4A8"/>
                </a:solidFill>
                <a:latin typeface="Arial"/>
                <a:ea typeface="Arial"/>
                <a:cs typeface="Arial"/>
              </a:defRPr>
            </a:lvl7pPr>
            <a:lvl8pPr algn="l">
              <a:defRPr sz="3525" b="1">
                <a:solidFill>
                  <a:srgbClr val="25C4A8"/>
                </a:solidFill>
                <a:latin typeface="Arial"/>
                <a:ea typeface="Arial"/>
                <a:cs typeface="Arial"/>
              </a:defRPr>
            </a:lvl8pPr>
            <a:lvl9pPr algn="l">
              <a:defRPr sz="3525" b="1">
                <a:solidFill>
                  <a:srgbClr val="25C4A8"/>
                </a:solidFill>
                <a:latin typeface="Arial"/>
                <a:ea typeface="Arial"/>
                <a:cs typeface="Arial"/>
              </a:defRPr>
            </a:lvl9pPr>
          </a:lstStyle>
          <a:p xmlns:a="http://schemas.openxmlformats.org/drawingml/2006/main">
            <a:pPr algn="l">
              <a:defRPr sz="3525" b="1">
                <a:solidFill>
                  <a:srgbClr val="25C4A8"/>
                </a:solidFill>
                <a:latin typeface="Arial"/>
                <a:ea typeface="Arial"/>
                <a:cs typeface="Arial"/>
              </a:defRPr>
            </a:pPr>
            <a:r>
              <a:rPr sz="3525" b="1">
                <a:solidFill>
                  <a:srgbClr val="25C4A8"/>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C583E9B6-F683-4129-8F2A-45418950A8A9}"/>
              </a:ext>
            </a:extLst>
          </p:cNvPr>
          <p:cNvSpPr>
            <a:spLocks xmlns:a="http://schemas.openxmlformats.org/drawingml/2006/main" noGrp="1"/>
          </p:cNvSpPr>
          <p:nvPr/>
        </p:nvSpPr>
        <p:spPr>
          <a:xfrm xmlns:a="http://schemas.openxmlformats.org/drawingml/2006/main">
            <a:off x="7981950" y="30099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01D26"/>
                </a:solidFill>
                <a:latin typeface="Arial"/>
                <a:ea typeface="Arial"/>
                <a:cs typeface="Arial"/>
              </a:defRPr>
            </a:defPPr>
            <a:lvl1pPr algn="l">
              <a:defRPr sz="1725" b="1">
                <a:solidFill>
                  <a:srgbClr val="101D26"/>
                </a:solidFill>
                <a:latin typeface="Arial"/>
                <a:ea typeface="Arial"/>
                <a:cs typeface="Arial"/>
              </a:defRPr>
            </a:lvl1pPr>
            <a:lvl2pPr algn="l">
              <a:defRPr sz="1725" b="1">
                <a:solidFill>
                  <a:srgbClr val="101D26"/>
                </a:solidFill>
                <a:latin typeface="Arial"/>
                <a:ea typeface="Arial"/>
                <a:cs typeface="Arial"/>
              </a:defRPr>
            </a:lvl2pPr>
            <a:lvl3pPr algn="l">
              <a:defRPr sz="1725" b="1">
                <a:solidFill>
                  <a:srgbClr val="101D26"/>
                </a:solidFill>
                <a:latin typeface="Arial"/>
                <a:ea typeface="Arial"/>
                <a:cs typeface="Arial"/>
              </a:defRPr>
            </a:lvl3pPr>
            <a:lvl4pPr algn="l">
              <a:defRPr sz="1725" b="1">
                <a:solidFill>
                  <a:srgbClr val="101D26"/>
                </a:solidFill>
                <a:latin typeface="Arial"/>
                <a:ea typeface="Arial"/>
                <a:cs typeface="Arial"/>
              </a:defRPr>
            </a:lvl4pPr>
            <a:lvl5pPr algn="l">
              <a:defRPr sz="1725" b="1">
                <a:solidFill>
                  <a:srgbClr val="101D26"/>
                </a:solidFill>
                <a:latin typeface="Arial"/>
                <a:ea typeface="Arial"/>
                <a:cs typeface="Arial"/>
              </a:defRPr>
            </a:lvl5pPr>
            <a:lvl6pPr algn="l">
              <a:defRPr sz="1725" b="1">
                <a:solidFill>
                  <a:srgbClr val="101D26"/>
                </a:solidFill>
                <a:latin typeface="Arial"/>
                <a:ea typeface="Arial"/>
                <a:cs typeface="Arial"/>
              </a:defRPr>
            </a:lvl6pPr>
            <a:lvl7pPr algn="l">
              <a:defRPr sz="1725" b="1">
                <a:solidFill>
                  <a:srgbClr val="101D26"/>
                </a:solidFill>
                <a:latin typeface="Arial"/>
                <a:ea typeface="Arial"/>
                <a:cs typeface="Arial"/>
              </a:defRPr>
            </a:lvl7pPr>
            <a:lvl8pPr algn="l">
              <a:defRPr sz="1725" b="1">
                <a:solidFill>
                  <a:srgbClr val="101D26"/>
                </a:solidFill>
                <a:latin typeface="Arial"/>
                <a:ea typeface="Arial"/>
                <a:cs typeface="Arial"/>
              </a:defRPr>
            </a:lvl8pPr>
            <a:lvl9pPr algn="l">
              <a:defRPr sz="1725" b="1">
                <a:solidFill>
                  <a:srgbClr val="101D26"/>
                </a:solidFill>
                <a:latin typeface="Arial"/>
                <a:ea typeface="Arial"/>
                <a:cs typeface="Arial"/>
              </a:defRPr>
            </a:lvl9pPr>
          </a:lstStyle>
          <a:p xmlns:a="http://schemas.openxmlformats.org/drawingml/2006/main">
            <a:pPr algn="l">
              <a:defRPr sz="1725" b="1">
                <a:solidFill>
                  <a:srgbClr val="101D26"/>
                </a:solidFill>
                <a:latin typeface="Arial"/>
                <a:ea typeface="Arial"/>
                <a:cs typeface="Arial"/>
              </a:defRPr>
            </a:pPr>
            <a:r>
              <a:rPr sz="1725" b="1">
                <a:solidFill>
                  <a:srgbClr val="101D26"/>
                </a:solidFill>
                <a:latin typeface="Arial"/>
                <a:ea typeface="Arial"/>
                <a:cs typeface="Arial"/>
              </a:rPr>
              <a:t>Anchor selected hashes</a:t>
            </a:r>
          </a:p>
        </p:txBody>
      </p:sp>
      <p:sp>
        <p:nvSpPr>
          <p:cNvPr id="13" name="">
            <a:extLst xmlns:a="http://schemas.openxmlformats.org/drawingml/2006/main">
              <a:ext uri="{FF2B5EF4-FFF2-40B4-BE49-F238E27FC236}">
                <a16:creationId xmlns:a16="http://schemas.microsoft.com/office/drawing/2014/main" id="{5288C0A9-F81B-469C-835D-C6386F467AF6}"/>
              </a:ext>
            </a:extLst>
          </p:cNvPr>
          <p:cNvSpPr>
            <a:spLocks xmlns:a="http://schemas.openxmlformats.org/drawingml/2006/main" noGrp="1"/>
          </p:cNvSpPr>
          <p:nvPr/>
        </p:nvSpPr>
        <p:spPr>
          <a:xfrm xmlns:a="http://schemas.openxmlformats.org/drawingml/2006/main">
            <a:off x="7981950" y="3686175"/>
            <a:ext cx="2857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6757D"/>
                </a:solidFill>
                <a:latin typeface="Arial"/>
                <a:ea typeface="Arial"/>
                <a:cs typeface="Arial"/>
              </a:defRPr>
            </a:defPPr>
            <a:lvl1pPr algn="l">
              <a:defRPr sz="1425" b="0">
                <a:solidFill>
                  <a:srgbClr val="66757D"/>
                </a:solidFill>
                <a:latin typeface="Arial"/>
                <a:ea typeface="Arial"/>
                <a:cs typeface="Arial"/>
              </a:defRPr>
            </a:lvl1pPr>
            <a:lvl2pPr algn="l">
              <a:defRPr sz="1425" b="0">
                <a:solidFill>
                  <a:srgbClr val="66757D"/>
                </a:solidFill>
                <a:latin typeface="Arial"/>
                <a:ea typeface="Arial"/>
                <a:cs typeface="Arial"/>
              </a:defRPr>
            </a:lvl2pPr>
            <a:lvl3pPr algn="l">
              <a:defRPr sz="1425" b="0">
                <a:solidFill>
                  <a:srgbClr val="66757D"/>
                </a:solidFill>
                <a:latin typeface="Arial"/>
                <a:ea typeface="Arial"/>
                <a:cs typeface="Arial"/>
              </a:defRPr>
            </a:lvl3pPr>
            <a:lvl4pPr algn="l">
              <a:defRPr sz="1425" b="0">
                <a:solidFill>
                  <a:srgbClr val="66757D"/>
                </a:solidFill>
                <a:latin typeface="Arial"/>
                <a:ea typeface="Arial"/>
                <a:cs typeface="Arial"/>
              </a:defRPr>
            </a:lvl4pPr>
            <a:lvl5pPr algn="l">
              <a:defRPr sz="1425" b="0">
                <a:solidFill>
                  <a:srgbClr val="66757D"/>
                </a:solidFill>
                <a:latin typeface="Arial"/>
                <a:ea typeface="Arial"/>
                <a:cs typeface="Arial"/>
              </a:defRPr>
            </a:lvl5pPr>
            <a:lvl6pPr algn="l">
              <a:defRPr sz="1425" b="0">
                <a:solidFill>
                  <a:srgbClr val="66757D"/>
                </a:solidFill>
                <a:latin typeface="Arial"/>
                <a:ea typeface="Arial"/>
                <a:cs typeface="Arial"/>
              </a:defRPr>
            </a:lvl6pPr>
            <a:lvl7pPr algn="l">
              <a:defRPr sz="1425" b="0">
                <a:solidFill>
                  <a:srgbClr val="66757D"/>
                </a:solidFill>
                <a:latin typeface="Arial"/>
                <a:ea typeface="Arial"/>
                <a:cs typeface="Arial"/>
              </a:defRPr>
            </a:lvl7pPr>
            <a:lvl8pPr algn="l">
              <a:defRPr sz="1425" b="0">
                <a:solidFill>
                  <a:srgbClr val="66757D"/>
                </a:solidFill>
                <a:latin typeface="Arial"/>
                <a:ea typeface="Arial"/>
                <a:cs typeface="Arial"/>
              </a:defRPr>
            </a:lvl8pPr>
            <a:lvl9pPr algn="l">
              <a:defRPr sz="1425" b="0">
                <a:solidFill>
                  <a:srgbClr val="66757D"/>
                </a:solidFill>
                <a:latin typeface="Arial"/>
                <a:ea typeface="Arial"/>
                <a:cs typeface="Arial"/>
              </a:defRPr>
            </a:lvl9pPr>
          </a:lstStyle>
          <a:p xmlns:a="http://schemas.openxmlformats.org/drawingml/2006/main">
            <a:pPr algn="l">
              <a:defRPr sz="1425" b="0">
                <a:solidFill>
                  <a:srgbClr val="66757D"/>
                </a:solidFill>
                <a:latin typeface="Arial"/>
                <a:ea typeface="Arial"/>
                <a:cs typeface="Arial"/>
              </a:defRPr>
            </a:pPr>
            <a:r>
              <a:rPr sz="1425" b="0">
                <a:solidFill>
                  <a:srgbClr val="66757D"/>
                </a:solidFill>
                <a:latin typeface="Arial"/>
                <a:ea typeface="Arial"/>
                <a:cs typeface="Arial"/>
              </a:rPr>
              <a:t>Choose a network and publish evidence commitments with transaction receipts and independent checks.</a:t>
            </a:r>
          </a:p>
        </p:txBody>
      </p:sp>
      <p:sp>
        <p:nvSpPr>
          <p:cNvPr id="14" name="">
            <a:extLst xmlns:a="http://schemas.openxmlformats.org/drawingml/2006/main">
              <a:ext uri="{FF2B5EF4-FFF2-40B4-BE49-F238E27FC236}">
                <a16:creationId xmlns:a16="http://schemas.microsoft.com/office/drawing/2014/main" id="{87388623-8493-42A7-86BE-5D9184B14A37}"/>
              </a:ext>
            </a:extLst>
          </p:cNvPr>
          <p:cNvSpPr>
            <a:spLocks xmlns:a="http://schemas.openxmlformats.org/drawingml/2006/main" noGrp="1"/>
          </p:cNvSpPr>
          <p:nvPr/>
        </p:nvSpPr>
        <p:spPr>
          <a:xfrm xmlns:a="http://schemas.openxmlformats.org/drawingml/2006/main">
            <a:off x="809625" y="5267325"/>
            <a:ext cx="10287000" cy="9525"/>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2F87330-53DC-49CE-8782-32712FB088D3}"/>
              </a:ext>
            </a:extLst>
          </p:cNvPr>
          <p:cNvSpPr>
            <a:spLocks xmlns:a="http://schemas.openxmlformats.org/drawingml/2006/main" noGrp="1"/>
          </p:cNvSpPr>
          <p:nvPr/>
        </p:nvSpPr>
        <p:spPr>
          <a:xfrm xmlns:a="http://schemas.openxmlformats.org/drawingml/2006/main">
            <a:off x="809625" y="550545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01D26"/>
                </a:solidFill>
                <a:latin typeface="Arial"/>
                <a:ea typeface="Arial"/>
                <a:cs typeface="Arial"/>
              </a:defRPr>
            </a:defPPr>
            <a:lvl1pPr algn="l">
              <a:defRPr sz="1650" b="1">
                <a:solidFill>
                  <a:srgbClr val="101D26"/>
                </a:solidFill>
                <a:latin typeface="Arial"/>
                <a:ea typeface="Arial"/>
                <a:cs typeface="Arial"/>
              </a:defRPr>
            </a:lvl1pPr>
            <a:lvl2pPr algn="l">
              <a:defRPr sz="1650" b="1">
                <a:solidFill>
                  <a:srgbClr val="101D26"/>
                </a:solidFill>
                <a:latin typeface="Arial"/>
                <a:ea typeface="Arial"/>
                <a:cs typeface="Arial"/>
              </a:defRPr>
            </a:lvl2pPr>
            <a:lvl3pPr algn="l">
              <a:defRPr sz="1650" b="1">
                <a:solidFill>
                  <a:srgbClr val="101D26"/>
                </a:solidFill>
                <a:latin typeface="Arial"/>
                <a:ea typeface="Arial"/>
                <a:cs typeface="Arial"/>
              </a:defRPr>
            </a:lvl3pPr>
            <a:lvl4pPr algn="l">
              <a:defRPr sz="1650" b="1">
                <a:solidFill>
                  <a:srgbClr val="101D26"/>
                </a:solidFill>
                <a:latin typeface="Arial"/>
                <a:ea typeface="Arial"/>
                <a:cs typeface="Arial"/>
              </a:defRPr>
            </a:lvl4pPr>
            <a:lvl5pPr algn="l">
              <a:defRPr sz="1650" b="1">
                <a:solidFill>
                  <a:srgbClr val="101D26"/>
                </a:solidFill>
                <a:latin typeface="Arial"/>
                <a:ea typeface="Arial"/>
                <a:cs typeface="Arial"/>
              </a:defRPr>
            </a:lvl5pPr>
            <a:lvl6pPr algn="l">
              <a:defRPr sz="1650" b="1">
                <a:solidFill>
                  <a:srgbClr val="101D26"/>
                </a:solidFill>
                <a:latin typeface="Arial"/>
                <a:ea typeface="Arial"/>
                <a:cs typeface="Arial"/>
              </a:defRPr>
            </a:lvl6pPr>
            <a:lvl7pPr algn="l">
              <a:defRPr sz="1650" b="1">
                <a:solidFill>
                  <a:srgbClr val="101D26"/>
                </a:solidFill>
                <a:latin typeface="Arial"/>
                <a:ea typeface="Arial"/>
                <a:cs typeface="Arial"/>
              </a:defRPr>
            </a:lvl7pPr>
            <a:lvl8pPr algn="l">
              <a:defRPr sz="1650" b="1">
                <a:solidFill>
                  <a:srgbClr val="101D26"/>
                </a:solidFill>
                <a:latin typeface="Arial"/>
                <a:ea typeface="Arial"/>
                <a:cs typeface="Arial"/>
              </a:defRPr>
            </a:lvl8pPr>
            <a:lvl9pPr algn="l">
              <a:defRPr sz="1650" b="1">
                <a:solidFill>
                  <a:srgbClr val="101D26"/>
                </a:solidFill>
                <a:latin typeface="Arial"/>
                <a:ea typeface="Arial"/>
                <a:cs typeface="Arial"/>
              </a:defRPr>
            </a:lvl9pPr>
          </a:lstStyle>
          <a:p xmlns:a="http://schemas.openxmlformats.org/drawingml/2006/main">
            <a:pPr algn="l">
              <a:defRPr sz="1650" b="1">
                <a:solidFill>
                  <a:srgbClr val="101D26"/>
                </a:solidFill>
                <a:latin typeface="Arial"/>
                <a:ea typeface="Arial"/>
                <a:cs typeface="Arial"/>
              </a:defRPr>
            </a:pPr>
            <a:r>
              <a:rPr sz="1650" b="1">
                <a:solidFill>
                  <a:srgbClr val="101D26"/>
                </a:solidFill>
                <a:latin typeface="Arial"/>
                <a:ea typeface="Arial"/>
                <a:cs typeface="Arial"/>
              </a:rPr>
              <a:t>The current deliverable is the first workflow prototype, not the completed production system.</a:t>
            </a:r>
          </a:p>
        </p:txBody>
      </p:sp>
      <p:sp>
        <p:nvSpPr>
          <p:cNvPr id="16" name="">
            <a:extLst xmlns:a="http://schemas.openxmlformats.org/drawingml/2006/main">
              <a:ext uri="{FF2B5EF4-FFF2-40B4-BE49-F238E27FC236}">
                <a16:creationId xmlns:a16="http://schemas.microsoft.com/office/drawing/2014/main" id="{741AFD41-F135-487E-851C-74C6D30A4356}"/>
              </a:ext>
            </a:extLst>
          </p:cNvPr>
          <p:cNvSpPr>
            <a:spLocks xmlns:a="http://schemas.openxmlformats.org/drawingml/2006/main" noGrp="1"/>
          </p:cNvSpPr>
          <p:nvPr/>
        </p:nvSpPr>
        <p:spPr>
          <a:xfrm xmlns:a="http://schemas.openxmlformats.org/drawingml/2006/main">
            <a:off x="762000" y="6496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78858A"/>
                </a:solidFill>
                <a:latin typeface="Arial"/>
                <a:ea typeface="Arial"/>
                <a:cs typeface="Arial"/>
              </a:defRPr>
            </a:defPPr>
            <a:lvl1pPr algn="l">
              <a:defRPr sz="900" b="1">
                <a:solidFill>
                  <a:srgbClr val="78858A"/>
                </a:solidFill>
                <a:latin typeface="Arial"/>
                <a:ea typeface="Arial"/>
                <a:cs typeface="Arial"/>
              </a:defRPr>
            </a:lvl1pPr>
            <a:lvl2pPr algn="l">
              <a:defRPr sz="900" b="1">
                <a:solidFill>
                  <a:srgbClr val="78858A"/>
                </a:solidFill>
                <a:latin typeface="Arial"/>
                <a:ea typeface="Arial"/>
                <a:cs typeface="Arial"/>
              </a:defRPr>
            </a:lvl2pPr>
            <a:lvl3pPr algn="l">
              <a:defRPr sz="900" b="1">
                <a:solidFill>
                  <a:srgbClr val="78858A"/>
                </a:solidFill>
                <a:latin typeface="Arial"/>
                <a:ea typeface="Arial"/>
                <a:cs typeface="Arial"/>
              </a:defRPr>
            </a:lvl3pPr>
            <a:lvl4pPr algn="l">
              <a:defRPr sz="900" b="1">
                <a:solidFill>
                  <a:srgbClr val="78858A"/>
                </a:solidFill>
                <a:latin typeface="Arial"/>
                <a:ea typeface="Arial"/>
                <a:cs typeface="Arial"/>
              </a:defRPr>
            </a:lvl4pPr>
            <a:lvl5pPr algn="l">
              <a:defRPr sz="900" b="1">
                <a:solidFill>
                  <a:srgbClr val="78858A"/>
                </a:solidFill>
                <a:latin typeface="Arial"/>
                <a:ea typeface="Arial"/>
                <a:cs typeface="Arial"/>
              </a:defRPr>
            </a:lvl5pPr>
            <a:lvl6pPr algn="l">
              <a:defRPr sz="900" b="1">
                <a:solidFill>
                  <a:srgbClr val="78858A"/>
                </a:solidFill>
                <a:latin typeface="Arial"/>
                <a:ea typeface="Arial"/>
                <a:cs typeface="Arial"/>
              </a:defRPr>
            </a:lvl6pPr>
            <a:lvl7pPr algn="l">
              <a:defRPr sz="900" b="1">
                <a:solidFill>
                  <a:srgbClr val="78858A"/>
                </a:solidFill>
                <a:latin typeface="Arial"/>
                <a:ea typeface="Arial"/>
                <a:cs typeface="Arial"/>
              </a:defRPr>
            </a:lvl7pPr>
            <a:lvl8pPr algn="l">
              <a:defRPr sz="900" b="1">
                <a:solidFill>
                  <a:srgbClr val="78858A"/>
                </a:solidFill>
                <a:latin typeface="Arial"/>
                <a:ea typeface="Arial"/>
                <a:cs typeface="Arial"/>
              </a:defRPr>
            </a:lvl8pPr>
            <a:lvl9pPr algn="l">
              <a:defRPr sz="900" b="1">
                <a:solidFill>
                  <a:srgbClr val="78858A"/>
                </a:solidFill>
                <a:latin typeface="Arial"/>
                <a:ea typeface="Arial"/>
                <a:cs typeface="Arial"/>
              </a:defRPr>
            </a:lvl9pPr>
          </a:lstStyle>
          <a:p xmlns:a="http://schemas.openxmlformats.org/drawingml/2006/main">
            <a:pPr algn="l">
              <a:defRPr sz="900" b="1">
                <a:solidFill>
                  <a:srgbClr val="78858A"/>
                </a:solidFill>
                <a:latin typeface="Arial"/>
                <a:ea typeface="Arial"/>
                <a:cs typeface="Arial"/>
              </a:defRPr>
            </a:pPr>
            <a:r>
              <a:rPr sz="900" b="1">
                <a:solidFill>
                  <a:srgbClr val="78858A"/>
                </a:solidFill>
                <a:latin typeface="Arial"/>
                <a:ea typeface="Arial"/>
                <a:cs typeface="Arial"/>
              </a:rPr>
              <a:t>PROOFCASE  /  DIGITAL EVIDENCE VAULT</a:t>
            </a:r>
          </a:p>
        </p:txBody>
      </p:sp>
      <p:sp>
        <p:nvSpPr>
          <p:cNvPr id="17" name="">
            <a:extLst xmlns:a="http://schemas.openxmlformats.org/drawingml/2006/main">
              <a:ext uri="{FF2B5EF4-FFF2-40B4-BE49-F238E27FC236}">
                <a16:creationId xmlns:a16="http://schemas.microsoft.com/office/drawing/2014/main" id="{FFC2357D-4FFA-4CF2-A772-2C2F6BEB1D9B}"/>
              </a:ext>
            </a:extLst>
          </p:cNvPr>
          <p:cNvSpPr>
            <a:spLocks xmlns:a="http://schemas.openxmlformats.org/drawingml/2006/main" noGrp="1"/>
          </p:cNvSpPr>
          <p:nvPr/>
        </p:nvSpPr>
        <p:spPr>
          <a:xfrm xmlns:a="http://schemas.openxmlformats.org/drawingml/2006/main">
            <a:off x="10668000" y="649605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78858A"/>
                </a:solidFill>
                <a:latin typeface="Arial"/>
                <a:ea typeface="Arial"/>
                <a:cs typeface="Arial"/>
              </a:defRPr>
            </a:defPPr>
            <a:lvl1pPr algn="r">
              <a:defRPr sz="900" b="0">
                <a:solidFill>
                  <a:srgbClr val="78858A"/>
                </a:solidFill>
                <a:latin typeface="Arial"/>
                <a:ea typeface="Arial"/>
                <a:cs typeface="Arial"/>
              </a:defRPr>
            </a:lvl1pPr>
            <a:lvl2pPr algn="r">
              <a:defRPr sz="900" b="0">
                <a:solidFill>
                  <a:srgbClr val="78858A"/>
                </a:solidFill>
                <a:latin typeface="Arial"/>
                <a:ea typeface="Arial"/>
                <a:cs typeface="Arial"/>
              </a:defRPr>
            </a:lvl2pPr>
            <a:lvl3pPr algn="r">
              <a:defRPr sz="900" b="0">
                <a:solidFill>
                  <a:srgbClr val="78858A"/>
                </a:solidFill>
                <a:latin typeface="Arial"/>
                <a:ea typeface="Arial"/>
                <a:cs typeface="Arial"/>
              </a:defRPr>
            </a:lvl3pPr>
            <a:lvl4pPr algn="r">
              <a:defRPr sz="900" b="0">
                <a:solidFill>
                  <a:srgbClr val="78858A"/>
                </a:solidFill>
                <a:latin typeface="Arial"/>
                <a:ea typeface="Arial"/>
                <a:cs typeface="Arial"/>
              </a:defRPr>
            </a:lvl4pPr>
            <a:lvl5pPr algn="r">
              <a:defRPr sz="900" b="0">
                <a:solidFill>
                  <a:srgbClr val="78858A"/>
                </a:solidFill>
                <a:latin typeface="Arial"/>
                <a:ea typeface="Arial"/>
                <a:cs typeface="Arial"/>
              </a:defRPr>
            </a:lvl5pPr>
            <a:lvl6pPr algn="r">
              <a:defRPr sz="900" b="0">
                <a:solidFill>
                  <a:srgbClr val="78858A"/>
                </a:solidFill>
                <a:latin typeface="Arial"/>
                <a:ea typeface="Arial"/>
                <a:cs typeface="Arial"/>
              </a:defRPr>
            </a:lvl6pPr>
            <a:lvl7pPr algn="r">
              <a:defRPr sz="900" b="0">
                <a:solidFill>
                  <a:srgbClr val="78858A"/>
                </a:solidFill>
                <a:latin typeface="Arial"/>
                <a:ea typeface="Arial"/>
                <a:cs typeface="Arial"/>
              </a:defRPr>
            </a:lvl7pPr>
            <a:lvl8pPr algn="r">
              <a:defRPr sz="900" b="0">
                <a:solidFill>
                  <a:srgbClr val="78858A"/>
                </a:solidFill>
                <a:latin typeface="Arial"/>
                <a:ea typeface="Arial"/>
                <a:cs typeface="Arial"/>
              </a:defRPr>
            </a:lvl8pPr>
            <a:lvl9pPr algn="r">
              <a:defRPr sz="900" b="0">
                <a:solidFill>
                  <a:srgbClr val="78858A"/>
                </a:solidFill>
                <a:latin typeface="Arial"/>
                <a:ea typeface="Arial"/>
                <a:cs typeface="Arial"/>
              </a:defRPr>
            </a:lvl9pPr>
          </a:lstStyle>
          <a:p xmlns:a="http://schemas.openxmlformats.org/drawingml/2006/main">
            <a:pPr algn="r">
              <a:defRPr sz="900" b="0">
                <a:solidFill>
                  <a:srgbClr val="78858A"/>
                </a:solidFill>
                <a:latin typeface="Arial"/>
                <a:ea typeface="Arial"/>
                <a:cs typeface="Arial"/>
              </a:defRPr>
            </a:pPr>
            <a:r>
              <a:rPr sz="900" b="0">
                <a:solidFill>
                  <a:srgbClr val="78858A"/>
                </a:solidFill>
                <a:latin typeface="Arial"/>
                <a:ea typeface="Arial"/>
                <a:cs typeface="Arial"/>
              </a:rPr>
              <a:t>10 / 10</a:t>
            </a:r>
          </a:p>
        </p:txBody>
      </p:sp>
    </p:spTree>
    <p:extLst>
      <p:ext uri="{BB962C8B-B14F-4D97-AF65-F5344CB8AC3E}">
        <p14:creationId xmlns:p14="http://schemas.microsoft.com/office/powerpoint/2010/main" val="21440890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2026-10-27T13:57:32.7370000Z</dcterms:created>
  <dcterms:modified xsi:type="dcterms:W3CDTF">2026-10-27T13:57:32.7370000Z</dcterms:modified>
</coreProperties>
</file>